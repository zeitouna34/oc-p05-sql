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 id="2147483679" r:id="rId2"/>
  </p:sldMasterIdLst>
  <p:notesMasterIdLst>
    <p:notesMasterId r:id="rId23"/>
  </p:notesMasterIdLst>
  <p:sldIdLst>
    <p:sldId id="256" r:id="rId3"/>
    <p:sldId id="257" r:id="rId4"/>
    <p:sldId id="259" r:id="rId5"/>
    <p:sldId id="260" r:id="rId6"/>
    <p:sldId id="261" r:id="rId7"/>
    <p:sldId id="262" r:id="rId8"/>
    <p:sldId id="258" r:id="rId9"/>
    <p:sldId id="264" r:id="rId10"/>
    <p:sldId id="265" r:id="rId11"/>
    <p:sldId id="276" r:id="rId12"/>
    <p:sldId id="267" r:id="rId13"/>
    <p:sldId id="268" r:id="rId14"/>
    <p:sldId id="269" r:id="rId15"/>
    <p:sldId id="273" r:id="rId16"/>
    <p:sldId id="270" r:id="rId17"/>
    <p:sldId id="274" r:id="rId18"/>
    <p:sldId id="275" r:id="rId19"/>
    <p:sldId id="271" r:id="rId20"/>
    <p:sldId id="272" r:id="rId21"/>
    <p:sldId id="266" r:id="rId22"/>
  </p:sldIdLst>
  <p:sldSz cx="9144000" cy="5143500" type="screen16x9"/>
  <p:notesSz cx="6858000" cy="9144000"/>
  <p:embeddedFontLst>
    <p:embeddedFont>
      <p:font typeface="Arial Black" panose="020B0A04020102020204" pitchFamily="3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4DA3DD-52F6-47E1-8DD4-4B37383EA212}" v="122" dt="2025-05-20T22:19:35.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303" autoAdjust="0"/>
  </p:normalViewPr>
  <p:slideViewPr>
    <p:cSldViewPr snapToGrid="0">
      <p:cViewPr varScale="1">
        <p:scale>
          <a:sx n="99" d="100"/>
          <a:sy n="99" d="100"/>
        </p:scale>
        <p:origin x="1944" y="30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ia Mirzal" userId="f16114680160de1d" providerId="LiveId" clId="{F44DA3DD-52F6-47E1-8DD4-4B37383EA212}"/>
    <pc:docChg chg="undo custSel addSld delSld modSld sldOrd">
      <pc:chgData name="Olivia Mirzal" userId="f16114680160de1d" providerId="LiveId" clId="{F44DA3DD-52F6-47E1-8DD4-4B37383EA212}" dt="2025-05-21T11:49:45.289" v="1974" actId="20577"/>
      <pc:docMkLst>
        <pc:docMk/>
      </pc:docMkLst>
      <pc:sldChg chg="delSp modSp mod modNotesTx">
        <pc:chgData name="Olivia Mirzal" userId="f16114680160de1d" providerId="LiveId" clId="{F44DA3DD-52F6-47E1-8DD4-4B37383EA212}" dt="2025-05-20T21:46:14.125" v="1712"/>
        <pc:sldMkLst>
          <pc:docMk/>
          <pc:sldMk cId="0" sldId="256"/>
        </pc:sldMkLst>
        <pc:spChg chg="mod">
          <ac:chgData name="Olivia Mirzal" userId="f16114680160de1d" providerId="LiveId" clId="{F44DA3DD-52F6-47E1-8DD4-4B37383EA212}" dt="2025-05-14T13:30:25.709" v="15" actId="20577"/>
          <ac:spMkLst>
            <pc:docMk/>
            <pc:sldMk cId="0" sldId="256"/>
            <ac:spMk id="256" creationId="{00000000-0000-0000-0000-000000000000}"/>
          </ac:spMkLst>
        </pc:spChg>
      </pc:sldChg>
      <pc:sldChg chg="addSp delSp modSp mod modNotesTx">
        <pc:chgData name="Olivia Mirzal" userId="f16114680160de1d" providerId="LiveId" clId="{F44DA3DD-52F6-47E1-8DD4-4B37383EA212}" dt="2025-05-20T21:46:50.434" v="1713"/>
        <pc:sldMkLst>
          <pc:docMk/>
          <pc:sldMk cId="0" sldId="257"/>
        </pc:sldMkLst>
        <pc:spChg chg="add mod">
          <ac:chgData name="Olivia Mirzal" userId="f16114680160de1d" providerId="LiveId" clId="{F44DA3DD-52F6-47E1-8DD4-4B37383EA212}" dt="2025-05-14T13:53:12.322" v="90" actId="2711"/>
          <ac:spMkLst>
            <pc:docMk/>
            <pc:sldMk cId="0" sldId="257"/>
            <ac:spMk id="3" creationId="{45F6ED42-3675-E112-B9C3-A74E1173C595}"/>
          </ac:spMkLst>
        </pc:spChg>
        <pc:spChg chg="mod">
          <ac:chgData name="Olivia Mirzal" userId="f16114680160de1d" providerId="LiveId" clId="{F44DA3DD-52F6-47E1-8DD4-4B37383EA212}" dt="2025-05-14T13:48:11.517" v="53" actId="20577"/>
          <ac:spMkLst>
            <pc:docMk/>
            <pc:sldMk cId="0" sldId="257"/>
            <ac:spMk id="266" creationId="{00000000-0000-0000-0000-000000000000}"/>
          </ac:spMkLst>
        </pc:spChg>
      </pc:sldChg>
      <pc:sldChg chg="addSp modSp mod ord modNotesTx">
        <pc:chgData name="Olivia Mirzal" userId="f16114680160de1d" providerId="LiveId" clId="{F44DA3DD-52F6-47E1-8DD4-4B37383EA212}" dt="2025-05-21T11:49:45.289" v="1974" actId="20577"/>
        <pc:sldMkLst>
          <pc:docMk/>
          <pc:sldMk cId="0" sldId="258"/>
        </pc:sldMkLst>
        <pc:spChg chg="mod">
          <ac:chgData name="Olivia Mirzal" userId="f16114680160de1d" providerId="LiveId" clId="{F44DA3DD-52F6-47E1-8DD4-4B37383EA212}" dt="2025-05-14T20:42:57.998" v="969"/>
          <ac:spMkLst>
            <pc:docMk/>
            <pc:sldMk cId="0" sldId="258"/>
            <ac:spMk id="277" creationId="{00000000-0000-0000-0000-000000000000}"/>
          </ac:spMkLst>
        </pc:spChg>
      </pc:sldChg>
      <pc:sldChg chg="modSp mod modNotesTx">
        <pc:chgData name="Olivia Mirzal" userId="f16114680160de1d" providerId="LiveId" clId="{F44DA3DD-52F6-47E1-8DD4-4B37383EA212}" dt="2025-05-20T21:48:36.114" v="1714"/>
        <pc:sldMkLst>
          <pc:docMk/>
          <pc:sldMk cId="0" sldId="259"/>
        </pc:sldMkLst>
        <pc:spChg chg="mod">
          <ac:chgData name="Olivia Mirzal" userId="f16114680160de1d" providerId="LiveId" clId="{F44DA3DD-52F6-47E1-8DD4-4B37383EA212}" dt="2025-05-14T13:54:00.217" v="101" actId="1076"/>
          <ac:spMkLst>
            <pc:docMk/>
            <pc:sldMk cId="0" sldId="259"/>
            <ac:spMk id="286" creationId="{00000000-0000-0000-0000-000000000000}"/>
          </ac:spMkLst>
        </pc:spChg>
      </pc:sldChg>
      <pc:sldChg chg="addSp delSp modSp mod modNotesTx">
        <pc:chgData name="Olivia Mirzal" userId="f16114680160de1d" providerId="LiveId" clId="{F44DA3DD-52F6-47E1-8DD4-4B37383EA212}" dt="2025-05-20T21:49:18.537" v="1715"/>
        <pc:sldMkLst>
          <pc:docMk/>
          <pc:sldMk cId="0" sldId="260"/>
        </pc:sldMkLst>
        <pc:spChg chg="add del mod">
          <ac:chgData name="Olivia Mirzal" userId="f16114680160de1d" providerId="LiveId" clId="{F44DA3DD-52F6-47E1-8DD4-4B37383EA212}" dt="2025-05-20T21:17:07.384" v="1545" actId="478"/>
          <ac:spMkLst>
            <pc:docMk/>
            <pc:sldMk cId="0" sldId="260"/>
            <ac:spMk id="5" creationId="{978C5576-FCEE-FD9C-C2E1-895A7AF57F1E}"/>
          </ac:spMkLst>
        </pc:spChg>
        <pc:spChg chg="del">
          <ac:chgData name="Olivia Mirzal" userId="f16114680160de1d" providerId="LiveId" clId="{F44DA3DD-52F6-47E1-8DD4-4B37383EA212}" dt="2025-05-20T21:16:46.242" v="1541" actId="478"/>
          <ac:spMkLst>
            <pc:docMk/>
            <pc:sldMk cId="0" sldId="260"/>
            <ac:spMk id="295" creationId="{00000000-0000-0000-0000-000000000000}"/>
          </ac:spMkLst>
        </pc:spChg>
        <pc:spChg chg="del">
          <ac:chgData name="Olivia Mirzal" userId="f16114680160de1d" providerId="LiveId" clId="{F44DA3DD-52F6-47E1-8DD4-4B37383EA212}" dt="2025-05-20T21:17:15.368" v="1546" actId="478"/>
          <ac:spMkLst>
            <pc:docMk/>
            <pc:sldMk cId="0" sldId="260"/>
            <ac:spMk id="296" creationId="{00000000-0000-0000-0000-000000000000}"/>
          </ac:spMkLst>
        </pc:spChg>
        <pc:picChg chg="add mod">
          <ac:chgData name="Olivia Mirzal" userId="f16114680160de1d" providerId="LiveId" clId="{F44DA3DD-52F6-47E1-8DD4-4B37383EA212}" dt="2025-05-20T21:17:18.874" v="1547" actId="1076"/>
          <ac:picMkLst>
            <pc:docMk/>
            <pc:sldMk cId="0" sldId="260"/>
            <ac:picMk id="3" creationId="{93A723A6-7F2B-9073-3D95-7D03BA09E68D}"/>
          </ac:picMkLst>
        </pc:picChg>
      </pc:sldChg>
      <pc:sldChg chg="addSp delSp modSp mod modNotesTx">
        <pc:chgData name="Olivia Mirzal" userId="f16114680160de1d" providerId="LiveId" clId="{F44DA3DD-52F6-47E1-8DD4-4B37383EA212}" dt="2025-05-20T21:49:48.570" v="1716"/>
        <pc:sldMkLst>
          <pc:docMk/>
          <pc:sldMk cId="0" sldId="261"/>
        </pc:sldMkLst>
        <pc:spChg chg="mod">
          <ac:chgData name="Olivia Mirzal" userId="f16114680160de1d" providerId="LiveId" clId="{F44DA3DD-52F6-47E1-8DD4-4B37383EA212}" dt="2025-05-14T20:36:07.092" v="932"/>
          <ac:spMkLst>
            <pc:docMk/>
            <pc:sldMk cId="0" sldId="261"/>
            <ac:spMk id="304" creationId="{00000000-0000-0000-0000-000000000000}"/>
          </ac:spMkLst>
        </pc:spChg>
        <pc:picChg chg="add mod ord">
          <ac:chgData name="Olivia Mirzal" userId="f16114680160de1d" providerId="LiveId" clId="{F44DA3DD-52F6-47E1-8DD4-4B37383EA212}" dt="2025-05-14T13:57:31.203" v="121" actId="1076"/>
          <ac:picMkLst>
            <pc:docMk/>
            <pc:sldMk cId="0" sldId="261"/>
            <ac:picMk id="5" creationId="{CA510A12-A6B4-554A-8B61-5BFA1FE0BD8A}"/>
          </ac:picMkLst>
        </pc:picChg>
      </pc:sldChg>
      <pc:sldChg chg="addSp delSp modSp mod modNotesTx">
        <pc:chgData name="Olivia Mirzal" userId="f16114680160de1d" providerId="LiveId" clId="{F44DA3DD-52F6-47E1-8DD4-4B37383EA212}" dt="2025-05-20T21:50:31.536" v="1720" actId="20577"/>
        <pc:sldMkLst>
          <pc:docMk/>
          <pc:sldMk cId="0" sldId="262"/>
        </pc:sldMkLst>
        <pc:spChg chg="add mod">
          <ac:chgData name="Olivia Mirzal" userId="f16114680160de1d" providerId="LiveId" clId="{F44DA3DD-52F6-47E1-8DD4-4B37383EA212}" dt="2025-05-14T20:37:54.189" v="948" actId="1076"/>
          <ac:spMkLst>
            <pc:docMk/>
            <pc:sldMk cId="0" sldId="262"/>
            <ac:spMk id="3" creationId="{71BEEF06-2A65-0E27-594C-20202264D795}"/>
          </ac:spMkLst>
        </pc:spChg>
        <pc:spChg chg="mod">
          <ac:chgData name="Olivia Mirzal" userId="f16114680160de1d" providerId="LiveId" clId="{F44DA3DD-52F6-47E1-8DD4-4B37383EA212}" dt="2025-05-14T14:03:11.803" v="141" actId="1076"/>
          <ac:spMkLst>
            <pc:docMk/>
            <pc:sldMk cId="0" sldId="262"/>
            <ac:spMk id="312" creationId="{00000000-0000-0000-0000-000000000000}"/>
          </ac:spMkLst>
        </pc:spChg>
        <pc:picChg chg="add mod">
          <ac:chgData name="Olivia Mirzal" userId="f16114680160de1d" providerId="LiveId" clId="{F44DA3DD-52F6-47E1-8DD4-4B37383EA212}" dt="2025-05-20T19:01:51.157" v="1404" actId="1076"/>
          <ac:picMkLst>
            <pc:docMk/>
            <pc:sldMk cId="0" sldId="262"/>
            <ac:picMk id="4" creationId="{17781C5F-9F3F-F9D2-83F2-AE1E44E17E6F}"/>
          </ac:picMkLst>
        </pc:picChg>
        <pc:picChg chg="add mod">
          <ac:chgData name="Olivia Mirzal" userId="f16114680160de1d" providerId="LiveId" clId="{F44DA3DD-52F6-47E1-8DD4-4B37383EA212}" dt="2025-05-14T14:16:17.690" v="223" actId="1076"/>
          <ac:picMkLst>
            <pc:docMk/>
            <pc:sldMk cId="0" sldId="262"/>
            <ac:picMk id="7" creationId="{7F017757-3EAC-04E5-3D85-8A779C2639D7}"/>
          </ac:picMkLst>
        </pc:picChg>
        <pc:picChg chg="add del mod">
          <ac:chgData name="Olivia Mirzal" userId="f16114680160de1d" providerId="LiveId" clId="{F44DA3DD-52F6-47E1-8DD4-4B37383EA212}" dt="2025-05-20T19:01:07.286" v="1399" actId="478"/>
          <ac:picMkLst>
            <pc:docMk/>
            <pc:sldMk cId="0" sldId="262"/>
            <ac:picMk id="9" creationId="{DDE925EB-DF68-3440-32F7-0E1BE9342723}"/>
          </ac:picMkLst>
        </pc:picChg>
        <pc:picChg chg="add mod">
          <ac:chgData name="Olivia Mirzal" userId="f16114680160de1d" providerId="LiveId" clId="{F44DA3DD-52F6-47E1-8DD4-4B37383EA212}" dt="2025-05-14T14:20:43.058" v="240" actId="1076"/>
          <ac:picMkLst>
            <pc:docMk/>
            <pc:sldMk cId="0" sldId="262"/>
            <ac:picMk id="2052" creationId="{1DCA04E6-09FD-37D1-3BCA-80B591082BE1}"/>
          </ac:picMkLst>
        </pc:picChg>
      </pc:sldChg>
      <pc:sldChg chg="modSp del mod">
        <pc:chgData name="Olivia Mirzal" userId="f16114680160de1d" providerId="LiveId" clId="{F44DA3DD-52F6-47E1-8DD4-4B37383EA212}" dt="2025-05-14T14:12:22.442" v="211" actId="2696"/>
        <pc:sldMkLst>
          <pc:docMk/>
          <pc:sldMk cId="0" sldId="263"/>
        </pc:sldMkLst>
      </pc:sldChg>
      <pc:sldChg chg="addSp delSp modSp mod modNotesTx">
        <pc:chgData name="Olivia Mirzal" userId="f16114680160de1d" providerId="LiveId" clId="{F44DA3DD-52F6-47E1-8DD4-4B37383EA212}" dt="2025-05-20T21:52:20.481" v="1734" actId="20577"/>
        <pc:sldMkLst>
          <pc:docMk/>
          <pc:sldMk cId="0" sldId="264"/>
        </pc:sldMkLst>
        <pc:spChg chg="add mod">
          <ac:chgData name="Olivia Mirzal" userId="f16114680160de1d" providerId="LiveId" clId="{F44DA3DD-52F6-47E1-8DD4-4B37383EA212}" dt="2025-05-14T14:11:45.883" v="209" actId="1076"/>
          <ac:spMkLst>
            <pc:docMk/>
            <pc:sldMk cId="0" sldId="264"/>
            <ac:spMk id="2" creationId="{C7226DC8-C06B-33E8-2373-8FF535438089}"/>
          </ac:spMkLst>
        </pc:spChg>
        <pc:spChg chg="mod">
          <ac:chgData name="Olivia Mirzal" userId="f16114680160de1d" providerId="LiveId" clId="{F44DA3DD-52F6-47E1-8DD4-4B37383EA212}" dt="2025-05-14T14:11:49.865" v="210" actId="1076"/>
          <ac:spMkLst>
            <pc:docMk/>
            <pc:sldMk cId="0" sldId="264"/>
            <ac:spMk id="332" creationId="{00000000-0000-0000-0000-000000000000}"/>
          </ac:spMkLst>
        </pc:spChg>
      </pc:sldChg>
      <pc:sldChg chg="addSp delSp modSp mod modNotesTx">
        <pc:chgData name="Olivia Mirzal" userId="f16114680160de1d" providerId="LiveId" clId="{F44DA3DD-52F6-47E1-8DD4-4B37383EA212}" dt="2025-05-20T21:55:32.753" v="1781" actId="20577"/>
        <pc:sldMkLst>
          <pc:docMk/>
          <pc:sldMk cId="0" sldId="265"/>
        </pc:sldMkLst>
        <pc:spChg chg="add mod">
          <ac:chgData name="Olivia Mirzal" userId="f16114680160de1d" providerId="LiveId" clId="{F44DA3DD-52F6-47E1-8DD4-4B37383EA212}" dt="2025-05-20T19:02:19.873" v="1406" actId="115"/>
          <ac:spMkLst>
            <pc:docMk/>
            <pc:sldMk cId="0" sldId="265"/>
            <ac:spMk id="2" creationId="{BD224F9B-AFA0-71BC-456B-0609D844B043}"/>
          </ac:spMkLst>
        </pc:spChg>
        <pc:spChg chg="mod">
          <ac:chgData name="Olivia Mirzal" userId="f16114680160de1d" providerId="LiveId" clId="{F44DA3DD-52F6-47E1-8DD4-4B37383EA212}" dt="2025-05-14T14:34:38.721" v="250" actId="20577"/>
          <ac:spMkLst>
            <pc:docMk/>
            <pc:sldMk cId="0" sldId="265"/>
            <ac:spMk id="341" creationId="{00000000-0000-0000-0000-000000000000}"/>
          </ac:spMkLst>
        </pc:spChg>
        <pc:spChg chg="mod">
          <ac:chgData name="Olivia Mirzal" userId="f16114680160de1d" providerId="LiveId" clId="{F44DA3DD-52F6-47E1-8DD4-4B37383EA212}" dt="2025-05-20T19:10:25.091" v="1429" actId="20577"/>
          <ac:spMkLst>
            <pc:docMk/>
            <pc:sldMk cId="0" sldId="265"/>
            <ac:spMk id="344" creationId="{00000000-0000-0000-0000-000000000000}"/>
          </ac:spMkLst>
        </pc:spChg>
        <pc:picChg chg="add mod">
          <ac:chgData name="Olivia Mirzal" userId="f16114680160de1d" providerId="LiveId" clId="{F44DA3DD-52F6-47E1-8DD4-4B37383EA212}" dt="2025-05-20T19:07:05.801" v="1417" actId="1076"/>
          <ac:picMkLst>
            <pc:docMk/>
            <pc:sldMk cId="0" sldId="265"/>
            <ac:picMk id="4" creationId="{E56E2802-1FA4-62AE-6383-18A5E1F62CB5}"/>
          </ac:picMkLst>
        </pc:picChg>
        <pc:picChg chg="add mod">
          <ac:chgData name="Olivia Mirzal" userId="f16114680160de1d" providerId="LiveId" clId="{F44DA3DD-52F6-47E1-8DD4-4B37383EA212}" dt="2025-05-20T19:09:51.035" v="1421" actId="1076"/>
          <ac:picMkLst>
            <pc:docMk/>
            <pc:sldMk cId="0" sldId="265"/>
            <ac:picMk id="6" creationId="{4C9AA7FA-B1BE-10C2-979B-32B11F7FC420}"/>
          </ac:picMkLst>
        </pc:picChg>
        <pc:picChg chg="add mod">
          <ac:chgData name="Olivia Mirzal" userId="f16114680160de1d" providerId="LiveId" clId="{F44DA3DD-52F6-47E1-8DD4-4B37383EA212}" dt="2025-05-19T18:38:12.167" v="1240" actId="1076"/>
          <ac:picMkLst>
            <pc:docMk/>
            <pc:sldMk cId="0" sldId="265"/>
            <ac:picMk id="7" creationId="{138EEB6E-B93C-F9A0-8C9D-36AE13E18660}"/>
          </ac:picMkLst>
        </pc:picChg>
        <pc:picChg chg="add del mod">
          <ac:chgData name="Olivia Mirzal" userId="f16114680160de1d" providerId="LiveId" clId="{F44DA3DD-52F6-47E1-8DD4-4B37383EA212}" dt="2025-05-20T19:07:01.219" v="1415" actId="478"/>
          <ac:picMkLst>
            <pc:docMk/>
            <pc:sldMk cId="0" sldId="265"/>
            <ac:picMk id="9" creationId="{A2DC97CA-CA06-81A5-1E50-11680C070650}"/>
          </ac:picMkLst>
        </pc:picChg>
        <pc:picChg chg="add mod">
          <ac:chgData name="Olivia Mirzal" userId="f16114680160de1d" providerId="LiveId" clId="{F44DA3DD-52F6-47E1-8DD4-4B37383EA212}" dt="2025-05-20T19:09:45.861" v="1420" actId="166"/>
          <ac:picMkLst>
            <pc:docMk/>
            <pc:sldMk cId="0" sldId="265"/>
            <ac:picMk id="10" creationId="{AEF01C5D-A2AD-97C2-512E-8446CA59C410}"/>
          </ac:picMkLst>
        </pc:picChg>
        <pc:picChg chg="add mod">
          <ac:chgData name="Olivia Mirzal" userId="f16114680160de1d" providerId="LiveId" clId="{F44DA3DD-52F6-47E1-8DD4-4B37383EA212}" dt="2025-05-19T18:38:20.700" v="1243" actId="1076"/>
          <ac:picMkLst>
            <pc:docMk/>
            <pc:sldMk cId="0" sldId="265"/>
            <ac:picMk id="11" creationId="{1AE70776-77A5-8C33-2F79-FDF59150E03C}"/>
          </ac:picMkLst>
        </pc:picChg>
        <pc:picChg chg="add del mod">
          <ac:chgData name="Olivia Mirzal" userId="f16114680160de1d" providerId="LiveId" clId="{F44DA3DD-52F6-47E1-8DD4-4B37383EA212}" dt="2025-05-20T19:09:40.275" v="1418" actId="478"/>
          <ac:picMkLst>
            <pc:docMk/>
            <pc:sldMk cId="0" sldId="265"/>
            <ac:picMk id="13" creationId="{0EE0DB07-CACB-192A-B7FF-721585B8F063}"/>
          </ac:picMkLst>
        </pc:picChg>
      </pc:sldChg>
      <pc:sldChg chg="addSp delSp modSp add mod modNotesTx">
        <pc:chgData name="Olivia Mirzal" userId="f16114680160de1d" providerId="LiveId" clId="{F44DA3DD-52F6-47E1-8DD4-4B37383EA212}" dt="2025-05-20T21:59:11.261" v="1816" actId="1076"/>
        <pc:sldMkLst>
          <pc:docMk/>
          <pc:sldMk cId="2083327381" sldId="267"/>
        </pc:sldMkLst>
        <pc:spChg chg="mod">
          <ac:chgData name="Olivia Mirzal" userId="f16114680160de1d" providerId="LiveId" clId="{F44DA3DD-52F6-47E1-8DD4-4B37383EA212}" dt="2025-05-20T19:02:28.897" v="1408" actId="115"/>
          <ac:spMkLst>
            <pc:docMk/>
            <pc:sldMk cId="2083327381" sldId="267"/>
            <ac:spMk id="2" creationId="{932C89E5-86CE-A295-7BAC-AA67B4E796B3}"/>
          </ac:spMkLst>
        </pc:spChg>
        <pc:spChg chg="mod">
          <ac:chgData name="Olivia Mirzal" userId="f16114680160de1d" providerId="LiveId" clId="{F44DA3DD-52F6-47E1-8DD4-4B37383EA212}" dt="2025-05-14T15:51:18.039" v="596" actId="20577"/>
          <ac:spMkLst>
            <pc:docMk/>
            <pc:sldMk cId="2083327381" sldId="267"/>
            <ac:spMk id="341" creationId="{870C3990-9E03-8C69-465A-374E8A95CE20}"/>
          </ac:spMkLst>
        </pc:spChg>
        <pc:spChg chg="mod">
          <ac:chgData name="Olivia Mirzal" userId="f16114680160de1d" providerId="LiveId" clId="{F44DA3DD-52F6-47E1-8DD4-4B37383EA212}" dt="2025-05-20T19:02:24.983" v="1407" actId="115"/>
          <ac:spMkLst>
            <pc:docMk/>
            <pc:sldMk cId="2083327381" sldId="267"/>
            <ac:spMk id="344" creationId="{BDD8E200-5BF0-3C00-B724-9F6B1F28461E}"/>
          </ac:spMkLst>
        </pc:spChg>
        <pc:picChg chg="add del mod">
          <ac:chgData name="Olivia Mirzal" userId="f16114680160de1d" providerId="LiveId" clId="{F44DA3DD-52F6-47E1-8DD4-4B37383EA212}" dt="2025-05-20T19:03:14.091" v="1409" actId="478"/>
          <ac:picMkLst>
            <pc:docMk/>
            <pc:sldMk cId="2083327381" sldId="267"/>
            <ac:picMk id="4" creationId="{CF256A29-782F-519D-DE0D-4B39689FE1A0}"/>
          </ac:picMkLst>
        </pc:picChg>
        <pc:picChg chg="add mod">
          <ac:chgData name="Olivia Mirzal" userId="f16114680160de1d" providerId="LiveId" clId="{F44DA3DD-52F6-47E1-8DD4-4B37383EA212}" dt="2025-05-20T19:03:22.085" v="1412" actId="14100"/>
          <ac:picMkLst>
            <pc:docMk/>
            <pc:sldMk cId="2083327381" sldId="267"/>
            <ac:picMk id="5" creationId="{9628FE01-1E3E-363E-6A8F-427012A78132}"/>
          </ac:picMkLst>
        </pc:picChg>
        <pc:picChg chg="add mod">
          <ac:chgData name="Olivia Mirzal" userId="f16114680160de1d" providerId="LiveId" clId="{F44DA3DD-52F6-47E1-8DD4-4B37383EA212}" dt="2025-05-14T16:00:03.641" v="674" actId="1076"/>
          <ac:picMkLst>
            <pc:docMk/>
            <pc:sldMk cId="2083327381" sldId="267"/>
            <ac:picMk id="8" creationId="{9ED291BA-F7F1-4503-6AAC-15806F8186A3}"/>
          </ac:picMkLst>
        </pc:picChg>
        <pc:picChg chg="add mod">
          <ac:chgData name="Olivia Mirzal" userId="f16114680160de1d" providerId="LiveId" clId="{F44DA3DD-52F6-47E1-8DD4-4B37383EA212}" dt="2025-05-14T16:01:52.131" v="688" actId="1076"/>
          <ac:picMkLst>
            <pc:docMk/>
            <pc:sldMk cId="2083327381" sldId="267"/>
            <ac:picMk id="14" creationId="{D3FE4804-37A7-24CC-CF29-6F3DED1B2C7F}"/>
          </ac:picMkLst>
        </pc:picChg>
        <pc:picChg chg="add mod">
          <ac:chgData name="Olivia Mirzal" userId="f16114680160de1d" providerId="LiveId" clId="{F44DA3DD-52F6-47E1-8DD4-4B37383EA212}" dt="2025-05-20T21:59:11.261" v="1816" actId="1076"/>
          <ac:picMkLst>
            <pc:docMk/>
            <pc:sldMk cId="2083327381" sldId="267"/>
            <ac:picMk id="24" creationId="{1D2F3CE2-2C23-DF94-C518-58B926E0EEFD}"/>
          </ac:picMkLst>
        </pc:picChg>
        <pc:picChg chg="add mod">
          <ac:chgData name="Olivia Mirzal" userId="f16114680160de1d" providerId="LiveId" clId="{F44DA3DD-52F6-47E1-8DD4-4B37383EA212}" dt="2025-05-14T16:01:57.193" v="690" actId="688"/>
          <ac:picMkLst>
            <pc:docMk/>
            <pc:sldMk cId="2083327381" sldId="267"/>
            <ac:picMk id="26" creationId="{DB7DDFCE-83DD-CD93-E089-17B782B29027}"/>
          </ac:picMkLst>
        </pc:picChg>
      </pc:sldChg>
      <pc:sldChg chg="addSp delSp modSp add mod modNotesTx">
        <pc:chgData name="Olivia Mirzal" userId="f16114680160de1d" providerId="LiveId" clId="{F44DA3DD-52F6-47E1-8DD4-4B37383EA212}" dt="2025-05-20T22:00:15.088" v="1824" actId="20577"/>
        <pc:sldMkLst>
          <pc:docMk/>
          <pc:sldMk cId="1360978531" sldId="268"/>
        </pc:sldMkLst>
        <pc:spChg chg="add mod">
          <ac:chgData name="Olivia Mirzal" userId="f16114680160de1d" providerId="LiveId" clId="{F44DA3DD-52F6-47E1-8DD4-4B37383EA212}" dt="2025-05-14T16:04:41.559" v="719" actId="1076"/>
          <ac:spMkLst>
            <pc:docMk/>
            <pc:sldMk cId="1360978531" sldId="268"/>
            <ac:spMk id="9" creationId="{AFDE63E0-3D8A-222F-EDCE-72081E5F8B9A}"/>
          </ac:spMkLst>
        </pc:spChg>
        <pc:spChg chg="mod">
          <ac:chgData name="Olivia Mirzal" userId="f16114680160de1d" providerId="LiveId" clId="{F44DA3DD-52F6-47E1-8DD4-4B37383EA212}" dt="2025-05-20T19:20:51.331" v="1438" actId="20577"/>
          <ac:spMkLst>
            <pc:docMk/>
            <pc:sldMk cId="1360978531" sldId="268"/>
            <ac:spMk id="15" creationId="{2F959BED-BAB8-43C7-D477-831FD59A89FE}"/>
          </ac:spMkLst>
        </pc:spChg>
        <pc:spChg chg="mod">
          <ac:chgData name="Olivia Mirzal" userId="f16114680160de1d" providerId="LiveId" clId="{F44DA3DD-52F6-47E1-8DD4-4B37383EA212}" dt="2025-05-14T16:02:32.456" v="696" actId="113"/>
          <ac:spMkLst>
            <pc:docMk/>
            <pc:sldMk cId="1360978531" sldId="268"/>
            <ac:spMk id="341" creationId="{854F706E-B90A-066B-5633-3D250E107F7C}"/>
          </ac:spMkLst>
        </pc:spChg>
        <pc:picChg chg="mod">
          <ac:chgData name="Olivia Mirzal" userId="f16114680160de1d" providerId="LiveId" clId="{F44DA3DD-52F6-47E1-8DD4-4B37383EA212}" dt="2025-05-14T16:04:37.505" v="718" actId="1076"/>
          <ac:picMkLst>
            <pc:docMk/>
            <pc:sldMk cId="1360978531" sldId="268"/>
            <ac:picMk id="22" creationId="{65007007-B05C-555E-0F4F-961D36CE42A3}"/>
          </ac:picMkLst>
        </pc:picChg>
      </pc:sldChg>
      <pc:sldChg chg="addSp delSp modSp add mod modNotesTx">
        <pc:chgData name="Olivia Mirzal" userId="f16114680160de1d" providerId="LiveId" clId="{F44DA3DD-52F6-47E1-8DD4-4B37383EA212}" dt="2025-05-20T22:04:28.698" v="1834" actId="20577"/>
        <pc:sldMkLst>
          <pc:docMk/>
          <pc:sldMk cId="310753309" sldId="269"/>
        </pc:sldMkLst>
        <pc:spChg chg="add del mod">
          <ac:chgData name="Olivia Mirzal" userId="f16114680160de1d" providerId="LiveId" clId="{F44DA3DD-52F6-47E1-8DD4-4B37383EA212}" dt="2025-05-20T21:20:30.112" v="1549" actId="478"/>
          <ac:spMkLst>
            <pc:docMk/>
            <pc:sldMk cId="310753309" sldId="269"/>
            <ac:spMk id="2" creationId="{19733B20-54F6-75F7-EDF8-9641D4F8B363}"/>
          </ac:spMkLst>
        </pc:spChg>
        <pc:spChg chg="mod">
          <ac:chgData name="Olivia Mirzal" userId="f16114680160de1d" providerId="LiveId" clId="{F44DA3DD-52F6-47E1-8DD4-4B37383EA212}" dt="2025-05-20T21:20:44.792" v="1553" actId="1076"/>
          <ac:spMkLst>
            <pc:docMk/>
            <pc:sldMk cId="310753309" sldId="269"/>
            <ac:spMk id="15" creationId="{F2365DCE-AB38-DCDC-14D2-A455307B9E6B}"/>
          </ac:spMkLst>
        </pc:spChg>
        <pc:spChg chg="mod">
          <ac:chgData name="Olivia Mirzal" userId="f16114680160de1d" providerId="LiveId" clId="{F44DA3DD-52F6-47E1-8DD4-4B37383EA212}" dt="2025-05-14T16:06:42.549" v="732" actId="20577"/>
          <ac:spMkLst>
            <pc:docMk/>
            <pc:sldMk cId="310753309" sldId="269"/>
            <ac:spMk id="341" creationId="{BA57E2D2-1F04-E4CB-41B2-090656021B94}"/>
          </ac:spMkLst>
        </pc:spChg>
        <pc:picChg chg="add del mod">
          <ac:chgData name="Olivia Mirzal" userId="f16114680160de1d" providerId="LiveId" clId="{F44DA3DD-52F6-47E1-8DD4-4B37383EA212}" dt="2025-05-20T19:25:04.605" v="1445" actId="478"/>
          <ac:picMkLst>
            <pc:docMk/>
            <pc:sldMk cId="310753309" sldId="269"/>
            <ac:picMk id="4" creationId="{8AFA10A3-2A2E-7612-B8D1-473C9AEF9010}"/>
          </ac:picMkLst>
        </pc:picChg>
        <pc:picChg chg="add del mod">
          <ac:chgData name="Olivia Mirzal" userId="f16114680160de1d" providerId="LiveId" clId="{F44DA3DD-52F6-47E1-8DD4-4B37383EA212}" dt="2025-05-20T21:20:30.112" v="1549" actId="478"/>
          <ac:picMkLst>
            <pc:docMk/>
            <pc:sldMk cId="310753309" sldId="269"/>
            <ac:picMk id="5" creationId="{AA8C8F02-FDA6-3B8D-D7ED-2682193E9460}"/>
          </ac:picMkLst>
        </pc:picChg>
        <pc:picChg chg="add del mod">
          <ac:chgData name="Olivia Mirzal" userId="f16114680160de1d" providerId="LiveId" clId="{F44DA3DD-52F6-47E1-8DD4-4B37383EA212}" dt="2025-05-20T19:26:16.500" v="1452" actId="478"/>
          <ac:picMkLst>
            <pc:docMk/>
            <pc:sldMk cId="310753309" sldId="269"/>
            <ac:picMk id="6" creationId="{6ED0CB30-6E51-D4AA-897A-212B51DD4838}"/>
          </ac:picMkLst>
        </pc:picChg>
        <pc:picChg chg="add mod">
          <ac:chgData name="Olivia Mirzal" userId="f16114680160de1d" providerId="LiveId" clId="{F44DA3DD-52F6-47E1-8DD4-4B37383EA212}" dt="2025-05-20T21:20:51.035" v="1556" actId="14100"/>
          <ac:picMkLst>
            <pc:docMk/>
            <pc:sldMk cId="310753309" sldId="269"/>
            <ac:picMk id="7" creationId="{E5AB776D-43FA-2324-2D4E-62C1FBA7A6F2}"/>
          </ac:picMkLst>
        </pc:picChg>
        <pc:picChg chg="add mod">
          <ac:chgData name="Olivia Mirzal" userId="f16114680160de1d" providerId="LiveId" clId="{F44DA3DD-52F6-47E1-8DD4-4B37383EA212}" dt="2025-05-20T21:20:40.777" v="1552" actId="1076"/>
          <ac:picMkLst>
            <pc:docMk/>
            <pc:sldMk cId="310753309" sldId="269"/>
            <ac:picMk id="8" creationId="{E9C071A2-3D4C-D986-FF35-FC0B9533ACC9}"/>
          </ac:picMkLst>
        </pc:picChg>
        <pc:picChg chg="add mod">
          <ac:chgData name="Olivia Mirzal" userId="f16114680160de1d" providerId="LiveId" clId="{F44DA3DD-52F6-47E1-8DD4-4B37383EA212}" dt="2025-05-20T21:20:36.763" v="1550" actId="1076"/>
          <ac:picMkLst>
            <pc:docMk/>
            <pc:sldMk cId="310753309" sldId="269"/>
            <ac:picMk id="10" creationId="{E876181C-4C0F-308B-129F-53BF59CB8BE4}"/>
          </ac:picMkLst>
        </pc:picChg>
        <pc:picChg chg="add del mod">
          <ac:chgData name="Olivia Mirzal" userId="f16114680160de1d" providerId="LiveId" clId="{F44DA3DD-52F6-47E1-8DD4-4B37383EA212}" dt="2025-05-20T21:20:30.112" v="1549" actId="478"/>
          <ac:picMkLst>
            <pc:docMk/>
            <pc:sldMk cId="310753309" sldId="269"/>
            <ac:picMk id="11" creationId="{8245CEE5-3B88-CAAE-6F6E-F01C6E43A374}"/>
          </ac:picMkLst>
        </pc:picChg>
        <pc:picChg chg="add del mod">
          <ac:chgData name="Olivia Mirzal" userId="f16114680160de1d" providerId="LiveId" clId="{F44DA3DD-52F6-47E1-8DD4-4B37383EA212}" dt="2025-05-20T21:20:30.112" v="1549" actId="478"/>
          <ac:picMkLst>
            <pc:docMk/>
            <pc:sldMk cId="310753309" sldId="269"/>
            <ac:picMk id="12" creationId="{B837A164-73E0-5A5D-D1AB-81BFF86BDA5A}"/>
          </ac:picMkLst>
        </pc:picChg>
      </pc:sldChg>
      <pc:sldChg chg="addSp delSp modSp add mod modNotesTx">
        <pc:chgData name="Olivia Mirzal" userId="f16114680160de1d" providerId="LiveId" clId="{F44DA3DD-52F6-47E1-8DD4-4B37383EA212}" dt="2025-05-20T22:07:32.242" v="1877" actId="20577"/>
        <pc:sldMkLst>
          <pc:docMk/>
          <pc:sldMk cId="2838435180" sldId="270"/>
        </pc:sldMkLst>
        <pc:spChg chg="del mod">
          <ac:chgData name="Olivia Mirzal" userId="f16114680160de1d" providerId="LiveId" clId="{F44DA3DD-52F6-47E1-8DD4-4B37383EA212}" dt="2025-05-20T21:22:55.160" v="1572" actId="478"/>
          <ac:spMkLst>
            <pc:docMk/>
            <pc:sldMk cId="2838435180" sldId="270"/>
            <ac:spMk id="2" creationId="{CF62C4D1-C0F9-AF2A-8F37-672AE7AAF0C6}"/>
          </ac:spMkLst>
        </pc:spChg>
        <pc:spChg chg="mod">
          <ac:chgData name="Olivia Mirzal" userId="f16114680160de1d" providerId="LiveId" clId="{F44DA3DD-52F6-47E1-8DD4-4B37383EA212}" dt="2025-05-20T21:23:02.236" v="1574" actId="1076"/>
          <ac:spMkLst>
            <pc:docMk/>
            <pc:sldMk cId="2838435180" sldId="270"/>
            <ac:spMk id="15" creationId="{1E861ACE-F4B7-5C65-73C9-0131457F4C13}"/>
          </ac:spMkLst>
        </pc:spChg>
        <pc:spChg chg="mod">
          <ac:chgData name="Olivia Mirzal" userId="f16114680160de1d" providerId="LiveId" clId="{F44DA3DD-52F6-47E1-8DD4-4B37383EA212}" dt="2025-05-14T16:16:28.640" v="779"/>
          <ac:spMkLst>
            <pc:docMk/>
            <pc:sldMk cId="2838435180" sldId="270"/>
            <ac:spMk id="341" creationId="{70CC09A3-650B-ED2C-0678-4528B6332D44}"/>
          </ac:spMkLst>
        </pc:spChg>
        <pc:picChg chg="add del mod ord">
          <ac:chgData name="Olivia Mirzal" userId="f16114680160de1d" providerId="LiveId" clId="{F44DA3DD-52F6-47E1-8DD4-4B37383EA212}" dt="2025-05-20T19:35:47.292" v="1519" actId="478"/>
          <ac:picMkLst>
            <pc:docMk/>
            <pc:sldMk cId="2838435180" sldId="270"/>
            <ac:picMk id="4" creationId="{FF6C2F2C-49C6-5882-B018-95EF981C1DB8}"/>
          </ac:picMkLst>
        </pc:picChg>
        <pc:picChg chg="add del mod">
          <ac:chgData name="Olivia Mirzal" userId="f16114680160de1d" providerId="LiveId" clId="{F44DA3DD-52F6-47E1-8DD4-4B37383EA212}" dt="2025-05-20T21:22:55.160" v="1572" actId="478"/>
          <ac:picMkLst>
            <pc:docMk/>
            <pc:sldMk cId="2838435180" sldId="270"/>
            <ac:picMk id="6" creationId="{4E09C38C-FC20-6F17-BD72-B3648A54254C}"/>
          </ac:picMkLst>
        </pc:picChg>
        <pc:picChg chg="add del mod">
          <ac:chgData name="Olivia Mirzal" userId="f16114680160de1d" providerId="LiveId" clId="{F44DA3DD-52F6-47E1-8DD4-4B37383EA212}" dt="2025-05-20T19:28:31.843" v="1498" actId="478"/>
          <ac:picMkLst>
            <pc:docMk/>
            <pc:sldMk cId="2838435180" sldId="270"/>
            <ac:picMk id="7" creationId="{92641744-74E1-A381-0009-3D7DD3621C41}"/>
          </ac:picMkLst>
        </pc:picChg>
        <pc:picChg chg="add del mod">
          <ac:chgData name="Olivia Mirzal" userId="f16114680160de1d" providerId="LiveId" clId="{F44DA3DD-52F6-47E1-8DD4-4B37383EA212}" dt="2025-05-20T19:34:15.709" v="1511" actId="478"/>
          <ac:picMkLst>
            <pc:docMk/>
            <pc:sldMk cId="2838435180" sldId="270"/>
            <ac:picMk id="9" creationId="{5F68F073-C357-E292-892D-24E0CF90E8F8}"/>
          </ac:picMkLst>
        </pc:picChg>
        <pc:picChg chg="add del mod">
          <ac:chgData name="Olivia Mirzal" userId="f16114680160de1d" providerId="LiveId" clId="{F44DA3DD-52F6-47E1-8DD4-4B37383EA212}" dt="2025-05-20T21:22:55.160" v="1572" actId="478"/>
          <ac:picMkLst>
            <pc:docMk/>
            <pc:sldMk cId="2838435180" sldId="270"/>
            <ac:picMk id="10" creationId="{998CC9B8-0F86-15C2-185B-9720093CAC46}"/>
          </ac:picMkLst>
        </pc:picChg>
        <pc:picChg chg="add mod">
          <ac:chgData name="Olivia Mirzal" userId="f16114680160de1d" providerId="LiveId" clId="{F44DA3DD-52F6-47E1-8DD4-4B37383EA212}" dt="2025-05-20T21:22:57.518" v="1573" actId="1076"/>
          <ac:picMkLst>
            <pc:docMk/>
            <pc:sldMk cId="2838435180" sldId="270"/>
            <ac:picMk id="12" creationId="{53C867EB-8EB8-DBFA-578A-71DB68690067}"/>
          </ac:picMkLst>
        </pc:picChg>
        <pc:picChg chg="add del mod">
          <ac:chgData name="Olivia Mirzal" userId="f16114680160de1d" providerId="LiveId" clId="{F44DA3DD-52F6-47E1-8DD4-4B37383EA212}" dt="2025-05-20T19:34:37.852" v="1514" actId="478"/>
          <ac:picMkLst>
            <pc:docMk/>
            <pc:sldMk cId="2838435180" sldId="270"/>
            <ac:picMk id="18" creationId="{7291387C-6268-5704-F4FD-DBF4D0C24B75}"/>
          </ac:picMkLst>
        </pc:picChg>
        <pc:picChg chg="add mod ord">
          <ac:chgData name="Olivia Mirzal" userId="f16114680160de1d" providerId="LiveId" clId="{F44DA3DD-52F6-47E1-8DD4-4B37383EA212}" dt="2025-05-20T21:23:07.026" v="1576" actId="688"/>
          <ac:picMkLst>
            <pc:docMk/>
            <pc:sldMk cId="2838435180" sldId="270"/>
            <ac:picMk id="19" creationId="{A684878F-3957-765C-D072-70CE98CD9645}"/>
          </ac:picMkLst>
        </pc:picChg>
        <pc:picChg chg="add del mod ord">
          <ac:chgData name="Olivia Mirzal" userId="f16114680160de1d" providerId="LiveId" clId="{F44DA3DD-52F6-47E1-8DD4-4B37383EA212}" dt="2025-05-20T21:22:55.160" v="1572" actId="478"/>
          <ac:picMkLst>
            <pc:docMk/>
            <pc:sldMk cId="2838435180" sldId="270"/>
            <ac:picMk id="20" creationId="{9423DC38-E490-FBDB-1B10-42AAE9BBB0A5}"/>
          </ac:picMkLst>
        </pc:picChg>
      </pc:sldChg>
      <pc:sldChg chg="addSp delSp modSp add mod modNotesTx">
        <pc:chgData name="Olivia Mirzal" userId="f16114680160de1d" providerId="LiveId" clId="{F44DA3DD-52F6-47E1-8DD4-4B37383EA212}" dt="2025-05-20T21:29:56.387" v="1655" actId="6549"/>
        <pc:sldMkLst>
          <pc:docMk/>
          <pc:sldMk cId="189296796" sldId="271"/>
        </pc:sldMkLst>
        <pc:spChg chg="del mod">
          <ac:chgData name="Olivia Mirzal" userId="f16114680160de1d" providerId="LiveId" clId="{F44DA3DD-52F6-47E1-8DD4-4B37383EA212}" dt="2025-05-20T21:27:33.968" v="1619" actId="478"/>
          <ac:spMkLst>
            <pc:docMk/>
            <pc:sldMk cId="189296796" sldId="271"/>
            <ac:spMk id="2" creationId="{654CD8B0-9BCC-D043-889E-93E027D03AD3}"/>
          </ac:spMkLst>
        </pc:spChg>
        <pc:spChg chg="mod">
          <ac:chgData name="Olivia Mirzal" userId="f16114680160de1d" providerId="LiveId" clId="{F44DA3DD-52F6-47E1-8DD4-4B37383EA212}" dt="2025-05-20T21:28:10.870" v="1626" actId="1076"/>
          <ac:spMkLst>
            <pc:docMk/>
            <pc:sldMk cId="189296796" sldId="271"/>
            <ac:spMk id="15" creationId="{DDAE6864-4146-DFC6-159B-C37C9F94375E}"/>
          </ac:spMkLst>
        </pc:spChg>
        <pc:spChg chg="mod">
          <ac:chgData name="Olivia Mirzal" userId="f16114680160de1d" providerId="LiveId" clId="{F44DA3DD-52F6-47E1-8DD4-4B37383EA212}" dt="2025-05-14T18:18:16.038" v="897" actId="20577"/>
          <ac:spMkLst>
            <pc:docMk/>
            <pc:sldMk cId="189296796" sldId="271"/>
            <ac:spMk id="341" creationId="{340A8326-CBDA-35E0-16B5-55C27DD9FF22}"/>
          </ac:spMkLst>
        </pc:spChg>
        <pc:picChg chg="add mod">
          <ac:chgData name="Olivia Mirzal" userId="f16114680160de1d" providerId="LiveId" clId="{F44DA3DD-52F6-47E1-8DD4-4B37383EA212}" dt="2025-05-20T21:28:12.594" v="1627" actId="1076"/>
          <ac:picMkLst>
            <pc:docMk/>
            <pc:sldMk cId="189296796" sldId="271"/>
            <ac:picMk id="4" creationId="{428E2102-F635-3677-1CB5-9C03EBC457ED}"/>
          </ac:picMkLst>
        </pc:picChg>
        <pc:picChg chg="add del mod">
          <ac:chgData name="Olivia Mirzal" userId="f16114680160de1d" providerId="LiveId" clId="{F44DA3DD-52F6-47E1-8DD4-4B37383EA212}" dt="2025-05-20T21:27:31.888" v="1617" actId="478"/>
          <ac:picMkLst>
            <pc:docMk/>
            <pc:sldMk cId="189296796" sldId="271"/>
            <ac:picMk id="5" creationId="{68A86924-CF82-C538-5282-1D328E75D661}"/>
          </ac:picMkLst>
        </pc:picChg>
        <pc:picChg chg="add mod">
          <ac:chgData name="Olivia Mirzal" userId="f16114680160de1d" providerId="LiveId" clId="{F44DA3DD-52F6-47E1-8DD4-4B37383EA212}" dt="2025-05-20T21:28:21.160" v="1629" actId="1076"/>
          <ac:picMkLst>
            <pc:docMk/>
            <pc:sldMk cId="189296796" sldId="271"/>
            <ac:picMk id="6" creationId="{09BE071B-4815-273C-A90A-5DE716A88925}"/>
          </ac:picMkLst>
        </pc:picChg>
        <pc:picChg chg="add mod">
          <ac:chgData name="Olivia Mirzal" userId="f16114680160de1d" providerId="LiveId" clId="{F44DA3DD-52F6-47E1-8DD4-4B37383EA212}" dt="2025-05-20T21:27:46.646" v="1623" actId="1076"/>
          <ac:picMkLst>
            <pc:docMk/>
            <pc:sldMk cId="189296796" sldId="271"/>
            <ac:picMk id="8" creationId="{A869636B-1134-C2FE-A9E2-97E50B5B6DA4}"/>
          </ac:picMkLst>
        </pc:picChg>
      </pc:sldChg>
      <pc:sldChg chg="delSp modSp add mod modNotesTx">
        <pc:chgData name="Olivia Mirzal" userId="f16114680160de1d" providerId="LiveId" clId="{F44DA3DD-52F6-47E1-8DD4-4B37383EA212}" dt="2025-05-20T22:24:22.269" v="1973"/>
        <pc:sldMkLst>
          <pc:docMk/>
          <pc:sldMk cId="2499989629" sldId="272"/>
        </pc:sldMkLst>
        <pc:spChg chg="mod">
          <ac:chgData name="Olivia Mirzal" userId="f16114680160de1d" providerId="LiveId" clId="{F44DA3DD-52F6-47E1-8DD4-4B37383EA212}" dt="2025-05-14T21:10:51.439" v="1193" actId="12"/>
          <ac:spMkLst>
            <pc:docMk/>
            <pc:sldMk cId="2499989629" sldId="272"/>
            <ac:spMk id="2" creationId="{98D40A06-8B56-913A-B240-9E63017C1047}"/>
          </ac:spMkLst>
        </pc:spChg>
        <pc:spChg chg="mod">
          <ac:chgData name="Olivia Mirzal" userId="f16114680160de1d" providerId="LiveId" clId="{F44DA3DD-52F6-47E1-8DD4-4B37383EA212}" dt="2025-05-14T21:10:07.685" v="1181" actId="27636"/>
          <ac:spMkLst>
            <pc:docMk/>
            <pc:sldMk cId="2499989629" sldId="272"/>
            <ac:spMk id="341" creationId="{7ADB39B9-44B7-25AC-8497-04D687E710E6}"/>
          </ac:spMkLst>
        </pc:spChg>
      </pc:sldChg>
      <pc:sldChg chg="delSp modSp add mod modNotesTx">
        <pc:chgData name="Olivia Mirzal" userId="f16114680160de1d" providerId="LiveId" clId="{F44DA3DD-52F6-47E1-8DD4-4B37383EA212}" dt="2025-05-20T22:06:24.273" v="1874" actId="20577"/>
        <pc:sldMkLst>
          <pc:docMk/>
          <pc:sldMk cId="1251648516" sldId="273"/>
        </pc:sldMkLst>
        <pc:spChg chg="mod">
          <ac:chgData name="Olivia Mirzal" userId="f16114680160de1d" providerId="LiveId" clId="{F44DA3DD-52F6-47E1-8DD4-4B37383EA212}" dt="2025-05-20T21:21:12.112" v="1558" actId="1076"/>
          <ac:spMkLst>
            <pc:docMk/>
            <pc:sldMk cId="1251648516" sldId="273"/>
            <ac:spMk id="2" creationId="{020FDDC6-9E39-42C1-23E7-126D65E7DE01}"/>
          </ac:spMkLst>
        </pc:spChg>
        <pc:spChg chg="del">
          <ac:chgData name="Olivia Mirzal" userId="f16114680160de1d" providerId="LiveId" clId="{F44DA3DD-52F6-47E1-8DD4-4B37383EA212}" dt="2025-05-20T21:21:06.864" v="1557" actId="478"/>
          <ac:spMkLst>
            <pc:docMk/>
            <pc:sldMk cId="1251648516" sldId="273"/>
            <ac:spMk id="15" creationId="{25CA1F9C-BFDD-5BD4-72E5-C96ABF606546}"/>
          </ac:spMkLst>
        </pc:spChg>
        <pc:spChg chg="del">
          <ac:chgData name="Olivia Mirzal" userId="f16114680160de1d" providerId="LiveId" clId="{F44DA3DD-52F6-47E1-8DD4-4B37383EA212}" dt="2025-05-20T22:05:05.962" v="1835" actId="478"/>
          <ac:spMkLst>
            <pc:docMk/>
            <pc:sldMk cId="1251648516" sldId="273"/>
            <ac:spMk id="342" creationId="{0D49900F-1BE7-C6CE-0AE4-D64B38C74696}"/>
          </ac:spMkLst>
        </pc:spChg>
        <pc:picChg chg="mod">
          <ac:chgData name="Olivia Mirzal" userId="f16114680160de1d" providerId="LiveId" clId="{F44DA3DD-52F6-47E1-8DD4-4B37383EA212}" dt="2025-05-20T21:21:21.550" v="1562" actId="1076"/>
          <ac:picMkLst>
            <pc:docMk/>
            <pc:sldMk cId="1251648516" sldId="273"/>
            <ac:picMk id="5" creationId="{C536E398-F87A-B447-571B-9DB5FEAB52EA}"/>
          </ac:picMkLst>
        </pc:picChg>
        <pc:picChg chg="del">
          <ac:chgData name="Olivia Mirzal" userId="f16114680160de1d" providerId="LiveId" clId="{F44DA3DD-52F6-47E1-8DD4-4B37383EA212}" dt="2025-05-20T21:21:06.864" v="1557" actId="478"/>
          <ac:picMkLst>
            <pc:docMk/>
            <pc:sldMk cId="1251648516" sldId="273"/>
            <ac:picMk id="7" creationId="{482EF76A-D433-D89F-1640-ABE9AADBA971}"/>
          </ac:picMkLst>
        </pc:picChg>
        <pc:picChg chg="del">
          <ac:chgData name="Olivia Mirzal" userId="f16114680160de1d" providerId="LiveId" clId="{F44DA3DD-52F6-47E1-8DD4-4B37383EA212}" dt="2025-05-20T21:21:06.864" v="1557" actId="478"/>
          <ac:picMkLst>
            <pc:docMk/>
            <pc:sldMk cId="1251648516" sldId="273"/>
            <ac:picMk id="8" creationId="{802F4BF9-0597-7E6E-0839-21550A9BBF56}"/>
          </ac:picMkLst>
        </pc:picChg>
        <pc:picChg chg="del">
          <ac:chgData name="Olivia Mirzal" userId="f16114680160de1d" providerId="LiveId" clId="{F44DA3DD-52F6-47E1-8DD4-4B37383EA212}" dt="2025-05-20T21:21:06.864" v="1557" actId="478"/>
          <ac:picMkLst>
            <pc:docMk/>
            <pc:sldMk cId="1251648516" sldId="273"/>
            <ac:picMk id="10" creationId="{4B53D61C-BBFB-8A6B-6A66-0F11DDBE9D2C}"/>
          </ac:picMkLst>
        </pc:picChg>
        <pc:picChg chg="mod">
          <ac:chgData name="Olivia Mirzal" userId="f16114680160de1d" providerId="LiveId" clId="{F44DA3DD-52F6-47E1-8DD4-4B37383EA212}" dt="2025-05-20T21:21:15.989" v="1559" actId="1076"/>
          <ac:picMkLst>
            <pc:docMk/>
            <pc:sldMk cId="1251648516" sldId="273"/>
            <ac:picMk id="11" creationId="{7441B2A6-F3A1-F32E-5822-8366F90E3F35}"/>
          </ac:picMkLst>
        </pc:picChg>
        <pc:picChg chg="mod">
          <ac:chgData name="Olivia Mirzal" userId="f16114680160de1d" providerId="LiveId" clId="{F44DA3DD-52F6-47E1-8DD4-4B37383EA212}" dt="2025-05-20T21:21:29.744" v="1566" actId="1076"/>
          <ac:picMkLst>
            <pc:docMk/>
            <pc:sldMk cId="1251648516" sldId="273"/>
            <ac:picMk id="12" creationId="{554F50C9-EE26-4F27-F5BD-4815745D12FA}"/>
          </ac:picMkLst>
        </pc:picChg>
      </pc:sldChg>
      <pc:sldChg chg="addSp delSp modSp add mod modNotesTx">
        <pc:chgData name="Olivia Mirzal" userId="f16114680160de1d" providerId="LiveId" clId="{F44DA3DD-52F6-47E1-8DD4-4B37383EA212}" dt="2025-05-20T22:17:00.090" v="1925" actId="20577"/>
        <pc:sldMkLst>
          <pc:docMk/>
          <pc:sldMk cId="239090779" sldId="274"/>
        </pc:sldMkLst>
        <pc:spChg chg="mod">
          <ac:chgData name="Olivia Mirzal" userId="f16114680160de1d" providerId="LiveId" clId="{F44DA3DD-52F6-47E1-8DD4-4B37383EA212}" dt="2025-05-20T22:17:00.090" v="1925" actId="20577"/>
          <ac:spMkLst>
            <pc:docMk/>
            <pc:sldMk cId="239090779" sldId="274"/>
            <ac:spMk id="2" creationId="{38B7AEEB-AB08-82DE-8137-1F411B754406}"/>
          </ac:spMkLst>
        </pc:spChg>
        <pc:spChg chg="del">
          <ac:chgData name="Olivia Mirzal" userId="f16114680160de1d" providerId="LiveId" clId="{F44DA3DD-52F6-47E1-8DD4-4B37383EA212}" dt="2025-05-20T21:23:21.617" v="1577" actId="478"/>
          <ac:spMkLst>
            <pc:docMk/>
            <pc:sldMk cId="239090779" sldId="274"/>
            <ac:spMk id="15" creationId="{6E98B533-DF1A-3F5D-D614-6157B8401BAC}"/>
          </ac:spMkLst>
        </pc:spChg>
        <pc:spChg chg="del">
          <ac:chgData name="Olivia Mirzal" userId="f16114680160de1d" providerId="LiveId" clId="{F44DA3DD-52F6-47E1-8DD4-4B37383EA212}" dt="2025-05-20T22:14:11.578" v="1908" actId="478"/>
          <ac:spMkLst>
            <pc:docMk/>
            <pc:sldMk cId="239090779" sldId="274"/>
            <ac:spMk id="342" creationId="{A6312513-115C-241D-94BE-C6495CCEF00D}"/>
          </ac:spMkLst>
        </pc:spChg>
        <pc:picChg chg="add mod">
          <ac:chgData name="Olivia Mirzal" userId="f16114680160de1d" providerId="LiveId" clId="{F44DA3DD-52F6-47E1-8DD4-4B37383EA212}" dt="2025-05-20T22:16:53.116" v="1921" actId="1076"/>
          <ac:picMkLst>
            <pc:docMk/>
            <pc:sldMk cId="239090779" sldId="274"/>
            <ac:picMk id="4" creationId="{990279B3-BA5F-4BA1-A13A-D1E52D689B61}"/>
          </ac:picMkLst>
        </pc:picChg>
        <pc:picChg chg="del mod">
          <ac:chgData name="Olivia Mirzal" userId="f16114680160de1d" providerId="LiveId" clId="{F44DA3DD-52F6-47E1-8DD4-4B37383EA212}" dt="2025-05-20T22:12:34.945" v="1898" actId="478"/>
          <ac:picMkLst>
            <pc:docMk/>
            <pc:sldMk cId="239090779" sldId="274"/>
            <ac:picMk id="6" creationId="{B3C9BA0D-54DF-0B33-E09B-F774B0891E9C}"/>
          </ac:picMkLst>
        </pc:picChg>
        <pc:picChg chg="add mod">
          <ac:chgData name="Olivia Mirzal" userId="f16114680160de1d" providerId="LiveId" clId="{F44DA3DD-52F6-47E1-8DD4-4B37383EA212}" dt="2025-05-20T22:14:09.235" v="1907" actId="1076"/>
          <ac:picMkLst>
            <pc:docMk/>
            <pc:sldMk cId="239090779" sldId="274"/>
            <ac:picMk id="7" creationId="{F11019F0-9B7C-2A3A-B0C6-4613E9F451BB}"/>
          </ac:picMkLst>
        </pc:picChg>
        <pc:picChg chg="add mod">
          <ac:chgData name="Olivia Mirzal" userId="f16114680160de1d" providerId="LiveId" clId="{F44DA3DD-52F6-47E1-8DD4-4B37383EA212}" dt="2025-05-20T22:16:42.581" v="1918" actId="1076"/>
          <ac:picMkLst>
            <pc:docMk/>
            <pc:sldMk cId="239090779" sldId="274"/>
            <ac:picMk id="9" creationId="{3535A546-7FBE-CC3D-99C5-46CEC3A5BFE7}"/>
          </ac:picMkLst>
        </pc:picChg>
        <pc:picChg chg="del">
          <ac:chgData name="Olivia Mirzal" userId="f16114680160de1d" providerId="LiveId" clId="{F44DA3DD-52F6-47E1-8DD4-4B37383EA212}" dt="2025-05-20T22:14:00.706" v="1905" actId="478"/>
          <ac:picMkLst>
            <pc:docMk/>
            <pc:sldMk cId="239090779" sldId="274"/>
            <ac:picMk id="10" creationId="{D19F1863-2F03-2C3E-C432-4401662AA90A}"/>
          </ac:picMkLst>
        </pc:picChg>
        <pc:picChg chg="del">
          <ac:chgData name="Olivia Mirzal" userId="f16114680160de1d" providerId="LiveId" clId="{F44DA3DD-52F6-47E1-8DD4-4B37383EA212}" dt="2025-05-20T21:23:21.617" v="1577" actId="478"/>
          <ac:picMkLst>
            <pc:docMk/>
            <pc:sldMk cId="239090779" sldId="274"/>
            <ac:picMk id="12" creationId="{0EB02A2E-B1DE-855A-CD28-15677D81EC78}"/>
          </ac:picMkLst>
        </pc:picChg>
        <pc:picChg chg="del">
          <ac:chgData name="Olivia Mirzal" userId="f16114680160de1d" providerId="LiveId" clId="{F44DA3DD-52F6-47E1-8DD4-4B37383EA212}" dt="2025-05-20T21:23:21.617" v="1577" actId="478"/>
          <ac:picMkLst>
            <pc:docMk/>
            <pc:sldMk cId="239090779" sldId="274"/>
            <ac:picMk id="19" creationId="{C1848BF1-5428-675A-5482-8D651208AF3D}"/>
          </ac:picMkLst>
        </pc:picChg>
        <pc:picChg chg="mod">
          <ac:chgData name="Olivia Mirzal" userId="f16114680160de1d" providerId="LiveId" clId="{F44DA3DD-52F6-47E1-8DD4-4B37383EA212}" dt="2025-05-20T22:12:58.395" v="1904" actId="1076"/>
          <ac:picMkLst>
            <pc:docMk/>
            <pc:sldMk cId="239090779" sldId="274"/>
            <ac:picMk id="20" creationId="{305C5560-2AE5-7E03-2141-71624C9E5F63}"/>
          </ac:picMkLst>
        </pc:picChg>
      </pc:sldChg>
      <pc:sldChg chg="addSp delSp modSp add mod ord modNotesTx">
        <pc:chgData name="Olivia Mirzal" userId="f16114680160de1d" providerId="LiveId" clId="{F44DA3DD-52F6-47E1-8DD4-4B37383EA212}" dt="2025-05-20T22:19:30.459" v="1972" actId="20577"/>
        <pc:sldMkLst>
          <pc:docMk/>
          <pc:sldMk cId="2826971874" sldId="275"/>
        </pc:sldMkLst>
        <pc:spChg chg="mod">
          <ac:chgData name="Olivia Mirzal" userId="f16114680160de1d" providerId="LiveId" clId="{F44DA3DD-52F6-47E1-8DD4-4B37383EA212}" dt="2025-05-20T22:18:39.807" v="1963" actId="1076"/>
          <ac:spMkLst>
            <pc:docMk/>
            <pc:sldMk cId="2826971874" sldId="275"/>
            <ac:spMk id="2" creationId="{DA026895-8D03-6D01-8448-88B3C4E4F2CE}"/>
          </ac:spMkLst>
        </pc:spChg>
        <pc:spChg chg="del">
          <ac:chgData name="Olivia Mirzal" userId="f16114680160de1d" providerId="LiveId" clId="{F44DA3DD-52F6-47E1-8DD4-4B37383EA212}" dt="2025-05-20T21:24:33.544" v="1585" actId="478"/>
          <ac:spMkLst>
            <pc:docMk/>
            <pc:sldMk cId="2826971874" sldId="275"/>
            <ac:spMk id="15" creationId="{B65379A9-DB18-983F-9D15-2F00A8EB2213}"/>
          </ac:spMkLst>
        </pc:spChg>
        <pc:spChg chg="mod">
          <ac:chgData name="Olivia Mirzal" userId="f16114680160de1d" providerId="LiveId" clId="{F44DA3DD-52F6-47E1-8DD4-4B37383EA212}" dt="2025-05-20T22:18:34.087" v="1962"/>
          <ac:spMkLst>
            <pc:docMk/>
            <pc:sldMk cId="2826971874" sldId="275"/>
            <ac:spMk id="341" creationId="{633316A6-2460-9AC8-B622-AF80F847111E}"/>
          </ac:spMkLst>
        </pc:spChg>
        <pc:spChg chg="del">
          <ac:chgData name="Olivia Mirzal" userId="f16114680160de1d" providerId="LiveId" clId="{F44DA3DD-52F6-47E1-8DD4-4B37383EA212}" dt="2025-05-20T21:28:48.160" v="1635" actId="478"/>
          <ac:spMkLst>
            <pc:docMk/>
            <pc:sldMk cId="2826971874" sldId="275"/>
            <ac:spMk id="342" creationId="{701212C7-EC07-EB41-E4B6-5A55ED8A862D}"/>
          </ac:spMkLst>
        </pc:spChg>
        <pc:picChg chg="add del mod">
          <ac:chgData name="Olivia Mirzal" userId="f16114680160de1d" providerId="LiveId" clId="{F44DA3DD-52F6-47E1-8DD4-4B37383EA212}" dt="2025-05-20T21:25:20.424" v="1594" actId="478"/>
          <ac:picMkLst>
            <pc:docMk/>
            <pc:sldMk cId="2826971874" sldId="275"/>
            <ac:picMk id="4" creationId="{CAEEB33C-6BD2-7044-44B8-CE0827C9DD7D}"/>
          </ac:picMkLst>
        </pc:picChg>
        <pc:picChg chg="mod">
          <ac:chgData name="Olivia Mirzal" userId="f16114680160de1d" providerId="LiveId" clId="{F44DA3DD-52F6-47E1-8DD4-4B37383EA212}" dt="2025-05-20T21:26:00.770" v="1599" actId="1076"/>
          <ac:picMkLst>
            <pc:docMk/>
            <pc:sldMk cId="2826971874" sldId="275"/>
            <ac:picMk id="5" creationId="{7034E829-8395-301F-95F5-28B1F508C432}"/>
          </ac:picMkLst>
        </pc:picChg>
        <pc:picChg chg="add mod">
          <ac:chgData name="Olivia Mirzal" userId="f16114680160de1d" providerId="LiveId" clId="{F44DA3DD-52F6-47E1-8DD4-4B37383EA212}" dt="2025-05-20T21:26:06.472" v="1601" actId="1076"/>
          <ac:picMkLst>
            <pc:docMk/>
            <pc:sldMk cId="2826971874" sldId="275"/>
            <ac:picMk id="7" creationId="{ACC7CDAF-AE74-CCB1-9763-A18A038AFDA3}"/>
          </ac:picMkLst>
        </pc:picChg>
        <pc:picChg chg="del">
          <ac:chgData name="Olivia Mirzal" userId="f16114680160de1d" providerId="LiveId" clId="{F44DA3DD-52F6-47E1-8DD4-4B37383EA212}" dt="2025-05-20T21:24:33.968" v="1586" actId="478"/>
          <ac:picMkLst>
            <pc:docMk/>
            <pc:sldMk cId="2826971874" sldId="275"/>
            <ac:picMk id="8" creationId="{CA65EDB7-9D71-5E1B-DFC8-0040FC22610F}"/>
          </ac:picMkLst>
        </pc:picChg>
        <pc:picChg chg="add mod">
          <ac:chgData name="Olivia Mirzal" userId="f16114680160de1d" providerId="LiveId" clId="{F44DA3DD-52F6-47E1-8DD4-4B37383EA212}" dt="2025-05-20T21:28:45.188" v="1634" actId="1076"/>
          <ac:picMkLst>
            <pc:docMk/>
            <pc:sldMk cId="2826971874" sldId="275"/>
            <ac:picMk id="9" creationId="{59EFC7B9-0D25-B0DD-EB96-C664F8C8A962}"/>
          </ac:picMkLst>
        </pc:picChg>
      </pc:sldChg>
      <pc:sldChg chg="addSp delSp modSp add mod ord modNotesTx">
        <pc:chgData name="Olivia Mirzal" userId="f16114680160de1d" providerId="LiveId" clId="{F44DA3DD-52F6-47E1-8DD4-4B37383EA212}" dt="2025-05-20T21:56:34.449" v="1787" actId="20577"/>
        <pc:sldMkLst>
          <pc:docMk/>
          <pc:sldMk cId="524435080" sldId="276"/>
        </pc:sldMkLst>
        <pc:spChg chg="del mod">
          <ac:chgData name="Olivia Mirzal" userId="f16114680160de1d" providerId="LiveId" clId="{F44DA3DD-52F6-47E1-8DD4-4B37383EA212}" dt="2025-05-20T21:34:53.600" v="1678" actId="478"/>
          <ac:spMkLst>
            <pc:docMk/>
            <pc:sldMk cId="524435080" sldId="276"/>
            <ac:spMk id="2" creationId="{C35FEE5D-B7A8-B756-AB0A-297FE2DAD87F}"/>
          </ac:spMkLst>
        </pc:spChg>
        <pc:spChg chg="add mod">
          <ac:chgData name="Olivia Mirzal" userId="f16114680160de1d" providerId="LiveId" clId="{F44DA3DD-52F6-47E1-8DD4-4B37383EA212}" dt="2025-05-20T21:37:13.342" v="1704" actId="1076"/>
          <ac:spMkLst>
            <pc:docMk/>
            <pc:sldMk cId="524435080" sldId="276"/>
            <ac:spMk id="10" creationId="{D6D7D5DC-3AA8-A2EA-CDA4-BB8A93795CAE}"/>
          </ac:spMkLst>
        </pc:spChg>
        <pc:spChg chg="mod">
          <ac:chgData name="Olivia Mirzal" userId="f16114680160de1d" providerId="LiveId" clId="{F44DA3DD-52F6-47E1-8DD4-4B37383EA212}" dt="2025-05-20T21:34:12.950" v="1668" actId="1076"/>
          <ac:spMkLst>
            <pc:docMk/>
            <pc:sldMk cId="524435080" sldId="276"/>
            <ac:spMk id="341" creationId="{FC2A3D10-FFFF-CC89-E0A0-3C4CDA55311E}"/>
          </ac:spMkLst>
        </pc:spChg>
        <pc:spChg chg="del mod">
          <ac:chgData name="Olivia Mirzal" userId="f16114680160de1d" providerId="LiveId" clId="{F44DA3DD-52F6-47E1-8DD4-4B37383EA212}" dt="2025-05-20T21:36:19.232" v="1692" actId="478"/>
          <ac:spMkLst>
            <pc:docMk/>
            <pc:sldMk cId="524435080" sldId="276"/>
            <ac:spMk id="342" creationId="{F844FBF5-F37E-C866-C2E3-43897911E12C}"/>
          </ac:spMkLst>
        </pc:spChg>
        <pc:spChg chg="mod">
          <ac:chgData name="Olivia Mirzal" userId="f16114680160de1d" providerId="LiveId" clId="{F44DA3DD-52F6-47E1-8DD4-4B37383EA212}" dt="2025-05-20T21:38:02.004" v="1711" actId="1076"/>
          <ac:spMkLst>
            <pc:docMk/>
            <pc:sldMk cId="524435080" sldId="276"/>
            <ac:spMk id="344" creationId="{E2A94FB3-CF3A-E79D-4372-9F8E4365866A}"/>
          </ac:spMkLst>
        </pc:spChg>
        <pc:picChg chg="add mod">
          <ac:chgData name="Olivia Mirzal" userId="f16114680160de1d" providerId="LiveId" clId="{F44DA3DD-52F6-47E1-8DD4-4B37383EA212}" dt="2025-05-20T21:37:16.520" v="1705" actId="1076"/>
          <ac:picMkLst>
            <pc:docMk/>
            <pc:sldMk cId="524435080" sldId="276"/>
            <ac:picMk id="4" creationId="{6063725C-3788-9039-BA39-B33A8B4D9620}"/>
          </ac:picMkLst>
        </pc:picChg>
        <pc:picChg chg="del">
          <ac:chgData name="Olivia Mirzal" userId="f16114680160de1d" providerId="LiveId" clId="{F44DA3DD-52F6-47E1-8DD4-4B37383EA212}" dt="2025-05-20T21:34:55.368" v="1680" actId="478"/>
          <ac:picMkLst>
            <pc:docMk/>
            <pc:sldMk cId="524435080" sldId="276"/>
            <ac:picMk id="5" creationId="{222D916C-1214-FC56-092F-0EF1DDA163ED}"/>
          </ac:picMkLst>
        </pc:picChg>
        <pc:picChg chg="add mod">
          <ac:chgData name="Olivia Mirzal" userId="f16114680160de1d" providerId="LiveId" clId="{F44DA3DD-52F6-47E1-8DD4-4B37383EA212}" dt="2025-05-20T21:36:20.682" v="1693" actId="1076"/>
          <ac:picMkLst>
            <pc:docMk/>
            <pc:sldMk cId="524435080" sldId="276"/>
            <ac:picMk id="7" creationId="{D5276CEC-6441-76F7-3FFE-D8019B40CAFC}"/>
          </ac:picMkLst>
        </pc:picChg>
        <pc:picChg chg="del">
          <ac:chgData name="Olivia Mirzal" userId="f16114680160de1d" providerId="LiveId" clId="{F44DA3DD-52F6-47E1-8DD4-4B37383EA212}" dt="2025-05-20T21:34:55.864" v="1681" actId="478"/>
          <ac:picMkLst>
            <pc:docMk/>
            <pc:sldMk cId="524435080" sldId="276"/>
            <ac:picMk id="8" creationId="{3D598EA3-2C55-0526-DB3B-1B3DF8A7B723}"/>
          </ac:picMkLst>
        </pc:picChg>
        <pc:picChg chg="add mod">
          <ac:chgData name="Olivia Mirzal" userId="f16114680160de1d" providerId="LiveId" clId="{F44DA3DD-52F6-47E1-8DD4-4B37383EA212}" dt="2025-05-20T21:37:27.858" v="1709" actId="688"/>
          <ac:picMkLst>
            <pc:docMk/>
            <pc:sldMk cId="524435080" sldId="276"/>
            <ac:picMk id="9" creationId="{230B6DFD-91AB-170D-48CA-A6AAE0A9F036}"/>
          </ac:picMkLst>
        </pc:picChg>
        <pc:picChg chg="del">
          <ac:chgData name="Olivia Mirzal" userId="f16114680160de1d" providerId="LiveId" clId="{F44DA3DD-52F6-47E1-8DD4-4B37383EA212}" dt="2025-05-20T21:34:50.649" v="1675" actId="478"/>
          <ac:picMkLst>
            <pc:docMk/>
            <pc:sldMk cId="524435080" sldId="276"/>
            <ac:picMk id="14" creationId="{4B45B6A1-139F-53BC-ACD9-65F3DD97AB16}"/>
          </ac:picMkLst>
        </pc:picChg>
        <pc:picChg chg="del">
          <ac:chgData name="Olivia Mirzal" userId="f16114680160de1d" providerId="LiveId" clId="{F44DA3DD-52F6-47E1-8DD4-4B37383EA212}" dt="2025-05-20T21:34:54.736" v="1679" actId="478"/>
          <ac:picMkLst>
            <pc:docMk/>
            <pc:sldMk cId="524435080" sldId="276"/>
            <ac:picMk id="24" creationId="{5A1739B7-A2D3-DA1E-79C6-1C74D6D64F05}"/>
          </ac:picMkLst>
        </pc:picChg>
        <pc:picChg chg="del">
          <ac:chgData name="Olivia Mirzal" userId="f16114680160de1d" providerId="LiveId" clId="{F44DA3DD-52F6-47E1-8DD4-4B37383EA212}" dt="2025-05-20T21:34:52.496" v="1677" actId="478"/>
          <ac:picMkLst>
            <pc:docMk/>
            <pc:sldMk cId="524435080" sldId="276"/>
            <ac:picMk id="26" creationId="{4594D03E-872B-4FCE-EFCD-BBD98758A7D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5c099360e7_3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25c099360e7_3_1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Bonjour Clara.</a:t>
            </a:r>
            <a:br>
              <a:rPr lang="fr-FR" dirty="0"/>
            </a:br>
            <a:r>
              <a:rPr lang="fr-FR" dirty="0"/>
              <a:t>Je suis Olivia BERNARD, et aujourd’hui je vais vous présenter mon travail autour de la conception d’une base de données relationnelle pour le réseau Laplace </a:t>
            </a:r>
            <a:r>
              <a:rPr lang="fr-FR" dirty="0" err="1"/>
              <a:t>Immo</a:t>
            </a:r>
            <a:r>
              <a:rPr lang="fr-FR" dirty="0"/>
              <a:t>, dans le cadre de l’analyse des ventes immobilières.</a:t>
            </a:r>
            <a:br>
              <a:rPr lang="fr-FR" dirty="0"/>
            </a:br>
            <a:r>
              <a:rPr lang="fr-FR" dirty="0"/>
              <a:t>L’objectif a été de centraliser les données, de les structurer efficacement, puis d’en extraire des insights utiles pour guider les décisions commerciales du réseau.</a:t>
            </a:r>
            <a:endParaRPr dirty="0"/>
          </a:p>
        </p:txBody>
      </p:sp>
      <p:sp>
        <p:nvSpPr>
          <p:cNvPr id="251" name="Google Shape;251;g25c099360e7_3_1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5c099360e7_3_2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25c099360e7_3_2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Le réseau Laplace </a:t>
            </a:r>
            <a:r>
              <a:rPr lang="fr-FR" dirty="0" err="1"/>
              <a:t>Immo</a:t>
            </a:r>
            <a:r>
              <a:rPr lang="fr-FR" dirty="0"/>
              <a:t> cherche à mieux prévoir les prix de vente des biens immobiliers et à identifier les zones stratégiques pour optimiser son activité.</a:t>
            </a:r>
            <a:br>
              <a:rPr lang="fr-FR" dirty="0"/>
            </a:br>
            <a:r>
              <a:rPr lang="fr-FR" dirty="0"/>
              <a:t>En tant que Data </a:t>
            </a:r>
            <a:r>
              <a:rPr lang="fr-FR" dirty="0" err="1"/>
              <a:t>Analyst</a:t>
            </a:r>
            <a:r>
              <a:rPr lang="fr-FR" dirty="0"/>
              <a:t>, j’ai été missionnée pour structurer et exploiter les données issues des ventes foncières.</a:t>
            </a:r>
            <a:br>
              <a:rPr lang="fr-FR" dirty="0"/>
            </a:br>
            <a:r>
              <a:rPr lang="fr-FR" dirty="0"/>
              <a:t>L’objectif était double : créer une base de données propre et relationnelle, puis mener une série d’analyses pour répondre à des questions clés en lien avec le marché.</a:t>
            </a:r>
            <a:endParaRPr dirty="0"/>
          </a:p>
        </p:txBody>
      </p:sp>
      <p:sp>
        <p:nvSpPr>
          <p:cNvPr id="263" name="Google Shape;263;g25c099360e7_3_2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5c099360e7_3_2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25c099360e7_3_2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None/>
            </a:pPr>
            <a:r>
              <a:rPr lang="fr-FR" dirty="0"/>
              <a:t>J’ai travaillé à partir de trois fichiers principaux :</a:t>
            </a:r>
          </a:p>
          <a:p>
            <a:pPr>
              <a:buFont typeface="Arial" panose="020B0604020202020204" pitchFamily="34" charset="0"/>
              <a:buChar char="•"/>
            </a:pPr>
            <a:r>
              <a:rPr lang="fr-FR" dirty="0"/>
              <a:t>Le fichier des ventes foncières, qui contient les transactions immobilières.</a:t>
            </a:r>
          </a:p>
          <a:p>
            <a:pPr>
              <a:buFont typeface="Arial" panose="020B0604020202020204" pitchFamily="34" charset="0"/>
              <a:buChar char="•"/>
            </a:pPr>
            <a:r>
              <a:rPr lang="fr-FR" dirty="0"/>
              <a:t>Un référentiel géographique, qui regroupe les informations sur les communes et les régions.</a:t>
            </a:r>
          </a:p>
          <a:p>
            <a:pPr>
              <a:buFont typeface="Arial" panose="020B0604020202020204" pitchFamily="34" charset="0"/>
              <a:buChar char="•"/>
            </a:pPr>
            <a:r>
              <a:rPr lang="fr-FR" dirty="0"/>
              <a:t>Et un fichier complémentaire qui m’a permis de récupérer la population par commune.</a:t>
            </a:r>
            <a:br>
              <a:rPr lang="fr-FR" dirty="0"/>
            </a:br>
            <a:r>
              <a:rPr lang="fr-FR" dirty="0"/>
              <a:t>Ces données ont d’abord été nettoyées, puis croisées, pour constituer la base sur laquelle repose toute l’analyse.</a:t>
            </a:r>
          </a:p>
        </p:txBody>
      </p:sp>
      <p:sp>
        <p:nvSpPr>
          <p:cNvPr id="283" name="Google Shape;283;g25c099360e7_3_2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5c099360e7_3_2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25c099360e7_3_2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Voici un extrait du dictionnaire des données que j’ai établi pour encadrer la structuration de la base.</a:t>
            </a:r>
            <a:br>
              <a:rPr lang="fr-FR" dirty="0"/>
            </a:br>
            <a:r>
              <a:rPr lang="fr-FR" dirty="0"/>
              <a:t>Chaque table est documentée avec ses champs, leur type, leur rôle et leur logique de calcul ou de concaténation.</a:t>
            </a:r>
            <a:br>
              <a:rPr lang="fr-FR" dirty="0"/>
            </a:br>
            <a:r>
              <a:rPr lang="fr-FR" dirty="0"/>
              <a:t>Cette étape permet d'assurer la clarté de la base, de faciliter sa prise en main par d'autres analystes, et d'éviter toute ambigüité sur le contenu ou l'utilisation des colonnes.</a:t>
            </a:r>
            <a:endParaRPr dirty="0"/>
          </a:p>
        </p:txBody>
      </p:sp>
      <p:sp>
        <p:nvSpPr>
          <p:cNvPr id="292" name="Google Shape;292;g25c099360e7_3_2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5c099360e7_3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g25c099360e7_3_2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a:t>J’ai structuré la base de données selon le principe de la 3e forme normale, avec quatre tables principales :</a:t>
            </a:r>
            <a:br>
              <a:rPr lang="fr-FR" dirty="0"/>
            </a:br>
            <a:r>
              <a:rPr lang="fr-FR" dirty="0"/>
              <a:t>Vente, Bien, Commune et Région.</a:t>
            </a:r>
            <a:br>
              <a:rPr lang="fr-FR" dirty="0"/>
            </a:br>
            <a:r>
              <a:rPr lang="fr-FR" dirty="0"/>
              <a:t>Chacune de ces tables porte une seule entité, et les dépendances fonctionnelles sont maîtrisées.</a:t>
            </a:r>
            <a:br>
              <a:rPr lang="fr-FR" dirty="0"/>
            </a:br>
            <a:r>
              <a:rPr lang="fr-FR" dirty="0"/>
              <a:t>Les relations entre les tables sont gérées par des clés étrangères. Cette architecture permet d’assurer l’intégrité des données, d’éviter les redondances, et de faciliter les jointures pour les analyses à venir.</a:t>
            </a:r>
          </a:p>
        </p:txBody>
      </p:sp>
      <p:sp>
        <p:nvSpPr>
          <p:cNvPr id="301" name="Google Shape;301;g25c099360e7_3_2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5c099360e7_3_2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25c099360e7_3_2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Une fois la structure définie, j’ai préparé les fichiers CSV au format UTF-8, nettoyé les colonnes, et vérifié la cohérence des données.</a:t>
            </a:r>
          </a:p>
          <a:p>
            <a:pPr marL="0" lvl="0" indent="0" algn="l" rtl="0">
              <a:spcBef>
                <a:spcPts val="0"/>
              </a:spcBef>
              <a:spcAft>
                <a:spcPts val="0"/>
              </a:spcAft>
              <a:buNone/>
            </a:pPr>
            <a:br>
              <a:rPr lang="fr-FR" dirty="0"/>
            </a:br>
            <a:r>
              <a:rPr lang="fr-FR" dirty="0"/>
              <a:t>J’ai ensuite importé les fichiers dans SQLite Studio, défini les types et les contraintes, et contrôlé le nombre de lignes pour m’assurer que tout était bien chargé.</a:t>
            </a:r>
          </a:p>
          <a:p>
            <a:pPr marL="0" lvl="0" indent="0" algn="l" rtl="0">
              <a:spcBef>
                <a:spcPts val="0"/>
              </a:spcBef>
              <a:spcAft>
                <a:spcPts val="0"/>
              </a:spcAft>
              <a:buNone/>
            </a:pPr>
            <a:br>
              <a:rPr lang="fr-FR" dirty="0"/>
            </a:br>
            <a:r>
              <a:rPr lang="fr-FR" dirty="0"/>
              <a:t>J’ai également veillé à ce que les clés étrangères soient bien respectées, pour garantir la robustesse de la base.</a:t>
            </a:r>
          </a:p>
          <a:p>
            <a:pPr marL="0" lvl="0" indent="0" algn="l" rtl="0">
              <a:spcBef>
                <a:spcPts val="0"/>
              </a:spcBef>
              <a:spcAft>
                <a:spcPts val="0"/>
              </a:spcAft>
              <a:buNone/>
            </a:pPr>
            <a:endParaRPr dirty="0"/>
          </a:p>
        </p:txBody>
      </p:sp>
      <p:sp>
        <p:nvSpPr>
          <p:cNvPr id="310" name="Google Shape;310;g25c099360e7_3_25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5c099360e7_3_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25c099360e7_3_2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Le projet respecte l’ensemble des principes du RGPD.</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fr-FR" dirty="0"/>
            </a:br>
            <a:r>
              <a:rPr lang="fr-FR" dirty="0"/>
              <a:t>Les données utilisées </a:t>
            </a:r>
            <a:r>
              <a:rPr lang="fr-FR"/>
              <a:t>sont anonymisées</a:t>
            </a:r>
            <a:r>
              <a:rPr lang="fr-FR" dirty="0"/>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fr-FR" dirty="0"/>
            </a:br>
            <a:r>
              <a:rPr lang="fr-FR" dirty="0"/>
              <a:t>Aucun nom, ni adresse, ni donnée personnelle n’a été collecté.</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fr-FR" dirty="0"/>
            </a:br>
            <a:r>
              <a:rPr lang="fr-FR" dirty="0"/>
              <a:t>Tous les fichiers sont stockés en local, sans transmission externe, et l’accès à la base est limité à l’utilisateur.</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fr-FR" dirty="0"/>
            </a:br>
            <a:r>
              <a:rPr lang="fr-FR" dirty="0"/>
              <a:t>La sécurité et la conformité font donc partie intégrante du projet dès sa conception.</a:t>
            </a:r>
            <a:endParaRPr dirty="0"/>
          </a:p>
        </p:txBody>
      </p:sp>
      <p:sp>
        <p:nvSpPr>
          <p:cNvPr id="274" name="Google Shape;274;g25c099360e7_3_2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5c099360e7_3_2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25c099360e7_3_2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None/>
            </a:pPr>
            <a:r>
              <a:rPr lang="fr-FR" dirty="0"/>
              <a:t>Une fois la base opérationnelle, j’ai construit douze requêtes SQL pour explorer les données selon plusieurs axes :</a:t>
            </a:r>
          </a:p>
          <a:p>
            <a:pPr>
              <a:buNone/>
            </a:pPr>
            <a:br>
              <a:rPr lang="fr-FR" dirty="0"/>
            </a:br>
            <a:r>
              <a:rPr lang="fr-FR" dirty="0"/>
              <a:t>volumes de ventes, typologies de biens, prix moyens, évolutions temporelles et dynamiques territoriales.</a:t>
            </a:r>
          </a:p>
          <a:p>
            <a:pPr>
              <a:buNone/>
            </a:pPr>
            <a:br>
              <a:rPr lang="fr-FR" dirty="0"/>
            </a:br>
            <a:r>
              <a:rPr lang="fr-FR" dirty="0"/>
              <a:t>Ces requêtes permettent de répondre à des questions concrètes que se pose Laplace </a:t>
            </a:r>
            <a:r>
              <a:rPr lang="fr-FR" dirty="0" err="1"/>
              <a:t>Immo</a:t>
            </a:r>
            <a:r>
              <a:rPr lang="fr-FR" dirty="0"/>
              <a:t> sur son marché.</a:t>
            </a:r>
          </a:p>
          <a:p>
            <a:pPr>
              <a:buNone/>
            </a:pPr>
            <a:br>
              <a:rPr lang="fr-FR" dirty="0"/>
            </a:br>
            <a:r>
              <a:rPr lang="fr-FR" dirty="0"/>
              <a:t>Je vous propose maintenant de les découvrir par grandes thématiques</a:t>
            </a:r>
            <a:endParaRPr dirty="0"/>
          </a:p>
        </p:txBody>
      </p:sp>
      <p:sp>
        <p:nvSpPr>
          <p:cNvPr id="328" name="Google Shape;328;g25c099360e7_3_26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5c099360e7_3_2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On commence par une vision macro du marché.</a:t>
            </a:r>
          </a:p>
          <a:p>
            <a:pPr marL="0" lvl="0" indent="0" algn="l" rtl="0">
              <a:spcBef>
                <a:spcPts val="0"/>
              </a:spcBef>
              <a:spcAft>
                <a:spcPts val="0"/>
              </a:spcAft>
              <a:buNone/>
            </a:pPr>
            <a:br>
              <a:rPr lang="fr-FR" dirty="0"/>
            </a:br>
            <a:r>
              <a:rPr lang="fr-FR" dirty="0"/>
              <a:t>Sur le 1er semestre 2020, on enregistre </a:t>
            </a:r>
            <a:r>
              <a:rPr lang="fr-FR" b="1" dirty="0"/>
              <a:t>31 362 ventes d'appartements</a:t>
            </a:r>
            <a:r>
              <a:rPr lang="fr-FR" dirty="0"/>
              <a:t>.</a:t>
            </a:r>
          </a:p>
          <a:p>
            <a:pPr marL="0" lvl="0" indent="0" algn="l" rtl="0">
              <a:spcBef>
                <a:spcPts val="0"/>
              </a:spcBef>
              <a:spcAft>
                <a:spcPts val="0"/>
              </a:spcAft>
              <a:buNone/>
            </a:pPr>
            <a:br>
              <a:rPr lang="fr-FR" dirty="0"/>
            </a:br>
            <a:r>
              <a:rPr lang="fr-FR" dirty="0"/>
              <a:t>En décomposant ces ventes par région, l’</a:t>
            </a:r>
            <a:r>
              <a:rPr lang="fr-FR" b="1" dirty="0"/>
              <a:t>Île-de-France domine largement</a:t>
            </a:r>
            <a:r>
              <a:rPr lang="fr-FR" dirty="0"/>
              <a:t>, avec presque 14 000 ventes, soit à elle seule près de 44% du total.</a:t>
            </a:r>
          </a:p>
          <a:p>
            <a:pPr marL="0" lvl="0" indent="0" algn="l" rtl="0">
              <a:spcBef>
                <a:spcPts val="0"/>
              </a:spcBef>
              <a:spcAft>
                <a:spcPts val="0"/>
              </a:spcAft>
              <a:buNone/>
            </a:pPr>
            <a:br>
              <a:rPr lang="fr-FR" dirty="0"/>
            </a:br>
            <a:r>
              <a:rPr lang="fr-FR" dirty="0"/>
              <a:t>Suivent la Provence-Alpes-Côte d’Azur et l’Auvergne-Rhône-Alpes.</a:t>
            </a:r>
          </a:p>
          <a:p>
            <a:pPr marL="0" lvl="0" indent="0" algn="l" rtl="0">
              <a:spcBef>
                <a:spcPts val="0"/>
              </a:spcBef>
              <a:spcAft>
                <a:spcPts val="0"/>
              </a:spcAft>
              <a:buNone/>
            </a:pPr>
            <a:br>
              <a:rPr lang="fr-FR" dirty="0"/>
            </a:br>
            <a:r>
              <a:rPr lang="fr-FR" dirty="0"/>
              <a:t>Ces résultats montrent une forte concentration du marché dans quelques grandes régions, ce qui permet à Laplace </a:t>
            </a:r>
            <a:r>
              <a:rPr lang="fr-FR" dirty="0" err="1"/>
              <a:t>Immo</a:t>
            </a:r>
            <a:r>
              <a:rPr lang="fr-FR" dirty="0"/>
              <a:t> de prioriser ses implantations ou ses campagnes selon l’intensité de la demande.</a:t>
            </a:r>
            <a:endParaRPr dirty="0"/>
          </a:p>
        </p:txBody>
      </p:sp>
      <p:sp>
        <p:nvSpPr>
          <p:cNvPr id="339" name="Google Shape;339;g25c099360e7_3_27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60C43CF5-C504-789B-6BE0-8B110C91D8D1}"/>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D40AE31E-1A04-AFF3-8AB7-1BA28F5E5C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1E209386-F99F-D0C9-C375-26986EC5591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None/>
            </a:pPr>
            <a:r>
              <a:rPr lang="fr-FR" dirty="0"/>
              <a:t>Avant d’aller plus loin sur les prix, j’ai voulu comprendre comment se structure le marché en termes de typologie des biens.</a:t>
            </a:r>
          </a:p>
          <a:p>
            <a:pPr>
              <a:buNone/>
            </a:pPr>
            <a:br>
              <a:rPr lang="fr-FR" dirty="0"/>
            </a:br>
            <a:r>
              <a:rPr lang="fr-FR" dirty="0"/>
              <a:t>Cette requête permet de visualiser la répartition des ventes d’appartements </a:t>
            </a:r>
            <a:r>
              <a:rPr lang="fr-FR" b="1" dirty="0"/>
              <a:t>par nombre de pièces</a:t>
            </a:r>
            <a:r>
              <a:rPr lang="fr-FR" dirty="0"/>
              <a:t>.</a:t>
            </a:r>
          </a:p>
          <a:p>
            <a:pPr>
              <a:buNone/>
            </a:pPr>
            <a:br>
              <a:rPr lang="fr-FR" dirty="0"/>
            </a:br>
            <a:r>
              <a:rPr lang="fr-FR" dirty="0"/>
              <a:t>On voit très nettement que </a:t>
            </a:r>
            <a:r>
              <a:rPr lang="fr-FR" b="1" dirty="0"/>
              <a:t>les 2 et 3 pièces dominent</a:t>
            </a:r>
            <a:r>
              <a:rPr lang="fr-FR" dirty="0"/>
              <a:t>, à eux seuls, ils représentent </a:t>
            </a:r>
            <a:r>
              <a:rPr lang="fr-FR" b="1" dirty="0"/>
              <a:t>près de 60% des ventes</a:t>
            </a:r>
            <a:r>
              <a:rPr lang="fr-FR" dirty="0"/>
              <a:t>.</a:t>
            </a:r>
          </a:p>
          <a:p>
            <a:pPr>
              <a:buNone/>
            </a:pPr>
            <a:br>
              <a:rPr lang="fr-FR" dirty="0"/>
            </a:br>
            <a:r>
              <a:rPr lang="fr-FR" dirty="0"/>
              <a:t>C’est une information stratégique pour Laplace </a:t>
            </a:r>
            <a:r>
              <a:rPr lang="fr-FR" dirty="0" err="1"/>
              <a:t>Immo</a:t>
            </a:r>
            <a:r>
              <a:rPr lang="fr-FR" dirty="0"/>
              <a:t>, car elle permet de mieux comprendre les attentes des acheteurs et d’aligner l’offre avec la demande.</a:t>
            </a:r>
          </a:p>
        </p:txBody>
      </p:sp>
      <p:sp>
        <p:nvSpPr>
          <p:cNvPr id="339" name="Google Shape;339;g25c099360e7_3_277:notes">
            <a:extLst>
              <a:ext uri="{FF2B5EF4-FFF2-40B4-BE49-F238E27FC236}">
                <a16:creationId xmlns:a16="http://schemas.microsoft.com/office/drawing/2014/main" id="{F11BD6CA-CCD1-A20D-2AA5-4000F47C27E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10</a:t>
            </a:fld>
            <a:endParaRPr/>
          </a:p>
        </p:txBody>
      </p:sp>
    </p:spTree>
    <p:extLst>
      <p:ext uri="{BB962C8B-B14F-4D97-AF65-F5344CB8AC3E}">
        <p14:creationId xmlns:p14="http://schemas.microsoft.com/office/powerpoint/2010/main" val="2035103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F0659703-BB7D-1FE7-851D-3B3091592E0A}"/>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F08A759A-3146-7C3E-B16C-A696872381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3C70BE44-63FB-9270-B48D-2B67B29A4BD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None/>
            </a:pPr>
            <a:r>
              <a:rPr lang="fr-FR" dirty="0"/>
              <a:t>Sur cette slide, on s’intéresse aux niveaux de prix.</a:t>
            </a:r>
          </a:p>
          <a:p>
            <a:pPr>
              <a:buNone/>
            </a:pPr>
            <a:br>
              <a:rPr lang="fr-FR" dirty="0"/>
            </a:br>
            <a:r>
              <a:rPr lang="fr-FR" dirty="0"/>
              <a:t>D’abord, les </a:t>
            </a:r>
            <a:r>
              <a:rPr lang="fr-FR" b="1" dirty="0"/>
              <a:t>10 départements les plus chers au m²</a:t>
            </a:r>
            <a:r>
              <a:rPr lang="fr-FR" dirty="0"/>
              <a:t> : sans surprise, </a:t>
            </a:r>
            <a:r>
              <a:rPr lang="fr-FR" b="1" dirty="0"/>
              <a:t>Paris</a:t>
            </a:r>
            <a:r>
              <a:rPr lang="fr-FR" dirty="0"/>
              <a:t> arrive largement en tête avec plus de </a:t>
            </a:r>
            <a:r>
              <a:rPr lang="fr-FR" b="1" dirty="0"/>
              <a:t>12 000 €/m²</a:t>
            </a:r>
            <a:r>
              <a:rPr lang="fr-FR" dirty="0"/>
              <a:t>, suivi par les Hauts-de-Seine et le Val-de-Marne. .</a:t>
            </a:r>
          </a:p>
          <a:p>
            <a:pPr>
              <a:buNone/>
            </a:pPr>
            <a:br>
              <a:rPr lang="fr-FR" dirty="0"/>
            </a:br>
            <a:r>
              <a:rPr lang="fr-FR" dirty="0"/>
              <a:t>Ensuite, j’ai calculé le </a:t>
            </a:r>
            <a:r>
              <a:rPr lang="fr-FR" b="1" dirty="0"/>
              <a:t>prix moyen au m² d’une maison en Île-de-France</a:t>
            </a:r>
            <a:r>
              <a:rPr lang="fr-FR" dirty="0"/>
              <a:t>, qui ressort à </a:t>
            </a:r>
            <a:r>
              <a:rPr lang="fr-FR" b="1" dirty="0"/>
              <a:t>3 764 €</a:t>
            </a:r>
            <a:r>
              <a:rPr lang="fr-FR" dirty="0"/>
              <a:t>.</a:t>
            </a:r>
          </a:p>
          <a:p>
            <a:pPr>
              <a:buNone/>
            </a:pPr>
            <a:br>
              <a:rPr lang="fr-FR" dirty="0"/>
            </a:br>
            <a:r>
              <a:rPr lang="fr-FR" dirty="0"/>
              <a:t>Ces indicateurs permettent d’identifier les marchés les plus tendus et d’ajuster les stratégies commerciales, notamment en matière d’estimation, de ciblage ou de conseil client.</a:t>
            </a:r>
          </a:p>
        </p:txBody>
      </p:sp>
      <p:sp>
        <p:nvSpPr>
          <p:cNvPr id="339" name="Google Shape;339;g25c099360e7_3_277:notes">
            <a:extLst>
              <a:ext uri="{FF2B5EF4-FFF2-40B4-BE49-F238E27FC236}">
                <a16:creationId xmlns:a16="http://schemas.microsoft.com/office/drawing/2014/main" id="{B45682B2-18DF-3498-FA64-FB0A48DB43E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11</a:t>
            </a:fld>
            <a:endParaRPr/>
          </a:p>
        </p:txBody>
      </p:sp>
    </p:spTree>
    <p:extLst>
      <p:ext uri="{BB962C8B-B14F-4D97-AF65-F5344CB8AC3E}">
        <p14:creationId xmlns:p14="http://schemas.microsoft.com/office/powerpoint/2010/main" val="1249649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E114B78B-D4BA-A9E3-7000-B53BDA0E396E}"/>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33A1AE7B-6F63-8A16-8F62-2CFC3709F3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3559F648-140A-15B5-9B5C-572A798535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J’ai ensuite voulu comparer les prix au m² entre les biens les plus représentés dans les ventes : les 2 pièces et les 3 pièces.</a:t>
            </a:r>
          </a:p>
          <a:p>
            <a:pPr marL="0" lvl="0" indent="0" algn="l" rtl="0">
              <a:spcBef>
                <a:spcPts val="0"/>
              </a:spcBef>
              <a:spcAft>
                <a:spcPts val="0"/>
              </a:spcAft>
              <a:buNone/>
            </a:pPr>
            <a:br>
              <a:rPr lang="fr-FR" dirty="0"/>
            </a:br>
            <a:r>
              <a:rPr lang="fr-FR" dirty="0"/>
              <a:t>Résultat : les </a:t>
            </a:r>
            <a:r>
              <a:rPr lang="fr-FR" b="1" dirty="0"/>
              <a:t>appartements de 3 pièces sont en moyenne 12,77% moins chers au mètre carré</a:t>
            </a:r>
            <a:r>
              <a:rPr lang="fr-FR" dirty="0"/>
              <a:t> que les 2 pièces.</a:t>
            </a:r>
          </a:p>
          <a:p>
            <a:pPr marL="0" lvl="0" indent="0" algn="l" rtl="0">
              <a:spcBef>
                <a:spcPts val="0"/>
              </a:spcBef>
              <a:spcAft>
                <a:spcPts val="0"/>
              </a:spcAft>
              <a:buNone/>
            </a:pPr>
            <a:br>
              <a:rPr lang="fr-FR" dirty="0"/>
            </a:br>
            <a:r>
              <a:rPr lang="fr-FR" dirty="0"/>
              <a:t>Ce type d'écart est courant, car les petits appartements sont plus recherchés pour la location ou l’investissement.</a:t>
            </a:r>
          </a:p>
          <a:p>
            <a:pPr marL="0" lvl="0" indent="0" algn="l" rtl="0">
              <a:spcBef>
                <a:spcPts val="0"/>
              </a:spcBef>
              <a:spcAft>
                <a:spcPts val="0"/>
              </a:spcAft>
              <a:buNone/>
            </a:pPr>
            <a:br>
              <a:rPr lang="fr-FR" dirty="0"/>
            </a:br>
            <a:r>
              <a:rPr lang="fr-FR" dirty="0"/>
              <a:t>Ces informations permettent à Laplace </a:t>
            </a:r>
            <a:r>
              <a:rPr lang="fr-FR" dirty="0" err="1"/>
              <a:t>Immo</a:t>
            </a:r>
            <a:r>
              <a:rPr lang="fr-FR" dirty="0"/>
              <a:t> de mieux conseiller ses clients, notamment les primo-accédants ou les investisseurs.</a:t>
            </a:r>
            <a:endParaRPr dirty="0"/>
          </a:p>
        </p:txBody>
      </p:sp>
      <p:sp>
        <p:nvSpPr>
          <p:cNvPr id="339" name="Google Shape;339;g25c099360e7_3_277:notes">
            <a:extLst>
              <a:ext uri="{FF2B5EF4-FFF2-40B4-BE49-F238E27FC236}">
                <a16:creationId xmlns:a16="http://schemas.microsoft.com/office/drawing/2014/main" id="{87EA6D30-044A-2574-15B2-C18FA8D3D04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12</a:t>
            </a:fld>
            <a:endParaRPr/>
          </a:p>
        </p:txBody>
      </p:sp>
    </p:spTree>
    <p:extLst>
      <p:ext uri="{BB962C8B-B14F-4D97-AF65-F5344CB8AC3E}">
        <p14:creationId xmlns:p14="http://schemas.microsoft.com/office/powerpoint/2010/main" val="9410705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D92EC01F-CBA7-881F-DE51-F54152A35378}"/>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D0584A4C-FA0F-8928-D5CC-A3E17BDEF7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19B019BC-E403-3644-F00E-B466F0542B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Ici, j’ai listé les </a:t>
            </a:r>
            <a:r>
              <a:rPr lang="fr-FR" b="1" dirty="0"/>
              <a:t>10 appartements les plus chers vendus</a:t>
            </a:r>
            <a:r>
              <a:rPr lang="fr-FR" dirty="0"/>
              <a:t>, avec leur surface, leur région et leur département.</a:t>
            </a:r>
          </a:p>
          <a:p>
            <a:pPr marL="0" lvl="0" indent="0" algn="l" rtl="0">
              <a:spcBef>
                <a:spcPts val="0"/>
              </a:spcBef>
              <a:spcAft>
                <a:spcPts val="0"/>
              </a:spcAft>
              <a:buNone/>
            </a:pPr>
            <a:br>
              <a:rPr lang="fr-FR" dirty="0"/>
            </a:br>
            <a:r>
              <a:rPr lang="fr-FR" dirty="0"/>
              <a:t>On remarque que </a:t>
            </a:r>
            <a:r>
              <a:rPr lang="fr-FR" b="1" dirty="0"/>
              <a:t>tous ces biens sont situés en Île-de-France</a:t>
            </a:r>
            <a:r>
              <a:rPr lang="fr-FR" dirty="0"/>
              <a:t>, et </a:t>
            </a:r>
            <a:r>
              <a:rPr lang="fr-FR" b="1" dirty="0"/>
              <a:t>presque exclusivement à Paris</a:t>
            </a:r>
            <a:r>
              <a:rPr lang="fr-FR" dirty="0"/>
              <a:t>.</a:t>
            </a:r>
          </a:p>
          <a:p>
            <a:pPr marL="0" lvl="0" indent="0" algn="l" rtl="0">
              <a:spcBef>
                <a:spcPts val="0"/>
              </a:spcBef>
              <a:spcAft>
                <a:spcPts val="0"/>
              </a:spcAft>
              <a:buNone/>
            </a:pPr>
            <a:br>
              <a:rPr lang="fr-FR" dirty="0"/>
            </a:br>
            <a:r>
              <a:rPr lang="fr-FR" dirty="0"/>
              <a:t>Un seul bien se situe en Essonne, mais cela reste dans la région parisienne.</a:t>
            </a:r>
          </a:p>
          <a:p>
            <a:pPr marL="0" lvl="0" indent="0" algn="l" rtl="0">
              <a:spcBef>
                <a:spcPts val="0"/>
              </a:spcBef>
              <a:spcAft>
                <a:spcPts val="0"/>
              </a:spcAft>
              <a:buNone/>
            </a:pPr>
            <a:br>
              <a:rPr lang="fr-FR" dirty="0"/>
            </a:br>
            <a:r>
              <a:rPr lang="fr-FR" dirty="0"/>
              <a:t>Pour Laplace </a:t>
            </a:r>
            <a:r>
              <a:rPr lang="fr-FR" dirty="0" err="1"/>
              <a:t>Immo</a:t>
            </a:r>
            <a:r>
              <a:rPr lang="fr-FR" dirty="0"/>
              <a:t>, cela signifie que </a:t>
            </a:r>
            <a:r>
              <a:rPr lang="fr-FR" b="1" dirty="0"/>
              <a:t>les stratégies premium</a:t>
            </a:r>
            <a:r>
              <a:rPr lang="fr-FR" dirty="0"/>
              <a:t> — que ce soit en marketing, en expertise ou en accompagnement — doivent être prioritairement déployées </a:t>
            </a:r>
            <a:r>
              <a:rPr lang="fr-FR" b="1" dirty="0"/>
              <a:t>dans la région parisienne</a:t>
            </a:r>
            <a:r>
              <a:rPr lang="fr-FR" dirty="0"/>
              <a:t>.</a:t>
            </a:r>
            <a:endParaRPr dirty="0"/>
          </a:p>
        </p:txBody>
      </p:sp>
      <p:sp>
        <p:nvSpPr>
          <p:cNvPr id="339" name="Google Shape;339;g25c099360e7_3_277:notes">
            <a:extLst>
              <a:ext uri="{FF2B5EF4-FFF2-40B4-BE49-F238E27FC236}">
                <a16:creationId xmlns:a16="http://schemas.microsoft.com/office/drawing/2014/main" id="{735DDCF0-2FAE-5387-076A-9A5071F33C7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13</a:t>
            </a:fld>
            <a:endParaRPr/>
          </a:p>
        </p:txBody>
      </p:sp>
    </p:spTree>
    <p:extLst>
      <p:ext uri="{BB962C8B-B14F-4D97-AF65-F5344CB8AC3E}">
        <p14:creationId xmlns:p14="http://schemas.microsoft.com/office/powerpoint/2010/main" val="2678724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922EF87B-E437-52EF-6E0D-D45163B4AFBB}"/>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9124E07B-C507-9D9A-4D5C-35B1AB5B48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ADC00107-FC3F-F876-3CE6-2615337F32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br>
              <a:rPr lang="fr-FR" dirty="0"/>
            </a:br>
            <a:r>
              <a:rPr lang="fr-FR" dirty="0"/>
              <a:t>Dans la continuité, j’ai classé les </a:t>
            </a:r>
            <a:r>
              <a:rPr lang="fr-FR" b="1" dirty="0"/>
              <a:t>régions selon le prix au m² des appartements de plus de 4 pièces</a:t>
            </a:r>
            <a:r>
              <a:rPr lang="fr-FR" dirty="0"/>
              <a:t>.</a:t>
            </a:r>
          </a:p>
          <a:p>
            <a:pPr marL="0" lvl="0" indent="0" algn="l" rtl="0">
              <a:spcBef>
                <a:spcPts val="0"/>
              </a:spcBef>
              <a:spcAft>
                <a:spcPts val="0"/>
              </a:spcAft>
              <a:buNone/>
            </a:pPr>
            <a:br>
              <a:rPr lang="fr-FR" dirty="0"/>
            </a:br>
            <a:r>
              <a:rPr lang="fr-FR" dirty="0"/>
              <a:t>Les régions Île-de-France, Réunion et Provence-Alpes-Côte d’Azur ressortent clairement en tête.</a:t>
            </a:r>
          </a:p>
          <a:p>
            <a:pPr marL="0" lvl="0" indent="0" algn="l" rtl="0">
              <a:spcBef>
                <a:spcPts val="0"/>
              </a:spcBef>
              <a:spcAft>
                <a:spcPts val="0"/>
              </a:spcAft>
              <a:buNone/>
            </a:pPr>
            <a:br>
              <a:rPr lang="fr-FR" dirty="0"/>
            </a:br>
            <a:r>
              <a:rPr lang="fr-FR" dirty="0"/>
              <a:t>Ces grands appartements sont souvent recherchés par des familles ou des profils CSP+.</a:t>
            </a:r>
          </a:p>
          <a:p>
            <a:pPr marL="0" lvl="0" indent="0" algn="l" rtl="0">
              <a:spcBef>
                <a:spcPts val="0"/>
              </a:spcBef>
              <a:spcAft>
                <a:spcPts val="0"/>
              </a:spcAft>
              <a:buNone/>
            </a:pPr>
            <a:br>
              <a:rPr lang="fr-FR" dirty="0"/>
            </a:br>
            <a:r>
              <a:rPr lang="fr-FR" dirty="0"/>
              <a:t>Cette analyse permet à Laplace </a:t>
            </a:r>
            <a:r>
              <a:rPr lang="fr-FR" dirty="0" err="1"/>
              <a:t>Immo</a:t>
            </a:r>
            <a:r>
              <a:rPr lang="fr-FR" dirty="0"/>
              <a:t> d’ajuster son positionnement produit, en mettant en valeur les biens familiaux dans les régions les plus porteuses.</a:t>
            </a:r>
            <a:endParaRPr dirty="0"/>
          </a:p>
        </p:txBody>
      </p:sp>
      <p:sp>
        <p:nvSpPr>
          <p:cNvPr id="339" name="Google Shape;339;g25c099360e7_3_277:notes">
            <a:extLst>
              <a:ext uri="{FF2B5EF4-FFF2-40B4-BE49-F238E27FC236}">
                <a16:creationId xmlns:a16="http://schemas.microsoft.com/office/drawing/2014/main" id="{B84AAE3B-5D98-E9AD-B5C2-0C20168FEB0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14</a:t>
            </a:fld>
            <a:endParaRPr/>
          </a:p>
        </p:txBody>
      </p:sp>
    </p:spTree>
    <p:extLst>
      <p:ext uri="{BB962C8B-B14F-4D97-AF65-F5344CB8AC3E}">
        <p14:creationId xmlns:p14="http://schemas.microsoft.com/office/powerpoint/2010/main" val="2498098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342ACAC1-B20D-14C7-CFC3-3226EFFEB3A1}"/>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2640F77B-A107-072A-0336-C7CF9193BB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B6AE4086-5CF3-0267-A6FF-2598048BD6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None/>
            </a:pPr>
            <a:r>
              <a:rPr lang="fr-FR" dirty="0"/>
              <a:t>Pour suivre les tendances, j’ai analysé </a:t>
            </a:r>
            <a:r>
              <a:rPr lang="fr-FR" b="1" dirty="0"/>
              <a:t>l’évolution des ventes entre le 1er et le 2e trimestre 2020</a:t>
            </a:r>
            <a:r>
              <a:rPr lang="fr-FR" dirty="0"/>
              <a:t>, et on observe une </a:t>
            </a:r>
            <a:r>
              <a:rPr lang="fr-FR" b="1" dirty="0"/>
              <a:t>hausse de +3,66%</a:t>
            </a:r>
            <a:r>
              <a:rPr lang="fr-FR" dirty="0"/>
              <a:t>.</a:t>
            </a:r>
          </a:p>
          <a:p>
            <a:pPr>
              <a:buNone/>
            </a:pPr>
            <a:br>
              <a:rPr lang="fr-FR" dirty="0"/>
            </a:br>
            <a:r>
              <a:rPr lang="fr-FR" dirty="0"/>
              <a:t>Cette légère augmentation est intéressante à noter dans un contexte </a:t>
            </a:r>
            <a:r>
              <a:rPr lang="fr-FR" dirty="0" err="1"/>
              <a:t>post-confinement</a:t>
            </a:r>
            <a:r>
              <a:rPr lang="fr-FR" dirty="0"/>
              <a:t>, où l’immobilier a montré une certaine résilience.</a:t>
            </a:r>
          </a:p>
          <a:p>
            <a:pPr>
              <a:buNone/>
            </a:pPr>
            <a:br>
              <a:rPr lang="fr-FR" dirty="0"/>
            </a:br>
            <a:endParaRPr lang="fr-FR" dirty="0"/>
          </a:p>
        </p:txBody>
      </p:sp>
      <p:sp>
        <p:nvSpPr>
          <p:cNvPr id="339" name="Google Shape;339;g25c099360e7_3_277:notes">
            <a:extLst>
              <a:ext uri="{FF2B5EF4-FFF2-40B4-BE49-F238E27FC236}">
                <a16:creationId xmlns:a16="http://schemas.microsoft.com/office/drawing/2014/main" id="{BE8BCD1D-4B3B-C918-2FEF-96303117D92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15</a:t>
            </a:fld>
            <a:endParaRPr/>
          </a:p>
        </p:txBody>
      </p:sp>
    </p:spTree>
    <p:extLst>
      <p:ext uri="{BB962C8B-B14F-4D97-AF65-F5344CB8AC3E}">
        <p14:creationId xmlns:p14="http://schemas.microsoft.com/office/powerpoint/2010/main" val="361160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904471B6-675E-F610-4825-9F8DB0B36367}"/>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0DD7D162-8BF1-1B49-F890-EF9EF58AC3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CB30D2C4-9C1A-E256-85BC-0D81FF73F1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None/>
            </a:pPr>
            <a:r>
              <a:rPr lang="fr-FR" dirty="0"/>
              <a:t>En parallèle, j’ai identifié les </a:t>
            </a:r>
            <a:r>
              <a:rPr lang="fr-FR" b="1" dirty="0"/>
              <a:t>27 communes ayant enregistré au moins 50 ventes au 1er trimestre</a:t>
            </a:r>
            <a:r>
              <a:rPr lang="fr-FR" dirty="0"/>
              <a:t>.</a:t>
            </a:r>
          </a:p>
          <a:p>
            <a:pPr>
              <a:buNone/>
            </a:pPr>
            <a:br>
              <a:rPr lang="fr-FR" dirty="0"/>
            </a:br>
            <a:r>
              <a:rPr lang="fr-FR" dirty="0"/>
              <a:t>Ces communes représentent </a:t>
            </a:r>
            <a:r>
              <a:rPr lang="fr-FR" b="1" dirty="0"/>
              <a:t>moins de 0,1% du total</a:t>
            </a:r>
            <a:r>
              <a:rPr lang="fr-FR" dirty="0"/>
              <a:t>, mais concentrent une part importante de l’activité.</a:t>
            </a:r>
          </a:p>
          <a:p>
            <a:pPr>
              <a:buNone/>
            </a:pPr>
            <a:br>
              <a:rPr lang="fr-FR" dirty="0"/>
            </a:br>
            <a:r>
              <a:rPr lang="fr-FR" dirty="0"/>
              <a:t>Cela permet à Laplace </a:t>
            </a:r>
            <a:r>
              <a:rPr lang="fr-FR" dirty="0" err="1"/>
              <a:t>Immo</a:t>
            </a:r>
            <a:r>
              <a:rPr lang="fr-FR" dirty="0"/>
              <a:t> de repérer les zones prioritaires pour le développement ou la prospection.</a:t>
            </a:r>
          </a:p>
        </p:txBody>
      </p:sp>
      <p:sp>
        <p:nvSpPr>
          <p:cNvPr id="339" name="Google Shape;339;g25c099360e7_3_277:notes">
            <a:extLst>
              <a:ext uri="{FF2B5EF4-FFF2-40B4-BE49-F238E27FC236}">
                <a16:creationId xmlns:a16="http://schemas.microsoft.com/office/drawing/2014/main" id="{1DC54098-30AC-29CE-34EC-295613B2376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16</a:t>
            </a:fld>
            <a:endParaRPr/>
          </a:p>
        </p:txBody>
      </p:sp>
    </p:spTree>
    <p:extLst>
      <p:ext uri="{BB962C8B-B14F-4D97-AF65-F5344CB8AC3E}">
        <p14:creationId xmlns:p14="http://schemas.microsoft.com/office/powerpoint/2010/main" val="85449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D3976823-13AF-CC88-AFF2-BF0EEA43597C}"/>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27170BC6-28F1-9B72-086F-7B87504B04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2660978E-B697-CE59-69F3-F2061BD5C4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None/>
            </a:pPr>
            <a:r>
              <a:rPr lang="fr-FR" dirty="0"/>
              <a:t>Pour aller plus loin, j’ai réalisé deux analyses complémentaires.</a:t>
            </a:r>
          </a:p>
          <a:p>
            <a:pPr>
              <a:buNone/>
            </a:pPr>
            <a:br>
              <a:rPr lang="fr-FR" dirty="0"/>
            </a:br>
            <a:r>
              <a:rPr lang="fr-FR" dirty="0"/>
              <a:t>Ici, le </a:t>
            </a:r>
            <a:r>
              <a:rPr lang="fr-FR" b="1" dirty="0"/>
              <a:t>Top 3 des communes les plus chères</a:t>
            </a:r>
            <a:r>
              <a:rPr lang="fr-FR" dirty="0"/>
              <a:t> dans 5 départements stratégiques.</a:t>
            </a:r>
          </a:p>
          <a:p>
            <a:pPr>
              <a:buNone/>
            </a:pPr>
            <a:br>
              <a:rPr lang="fr-FR" dirty="0"/>
            </a:br>
            <a:r>
              <a:rPr lang="fr-FR" dirty="0"/>
              <a:t>On retrouve notamment </a:t>
            </a:r>
            <a:r>
              <a:rPr lang="fr-FR" b="1" dirty="0"/>
              <a:t>Saint-Jean-Cap-Ferrat</a:t>
            </a:r>
            <a:r>
              <a:rPr lang="fr-FR" dirty="0"/>
              <a:t>, </a:t>
            </a:r>
            <a:r>
              <a:rPr lang="fr-FR" b="1" dirty="0"/>
              <a:t>Lège-Cap-Ferret</a:t>
            </a:r>
            <a:r>
              <a:rPr lang="fr-FR" dirty="0"/>
              <a:t> ou encore </a:t>
            </a:r>
            <a:r>
              <a:rPr lang="fr-FR" b="1" dirty="0"/>
              <a:t>Ville-sur-Jarnioux</a:t>
            </a:r>
            <a:r>
              <a:rPr lang="fr-FR" dirty="0"/>
              <a:t>.</a:t>
            </a:r>
          </a:p>
          <a:p>
            <a:pPr>
              <a:buNone/>
            </a:pPr>
            <a:br>
              <a:rPr lang="fr-FR" dirty="0"/>
            </a:br>
            <a:endParaRPr lang="fr-FR" dirty="0"/>
          </a:p>
        </p:txBody>
      </p:sp>
      <p:sp>
        <p:nvSpPr>
          <p:cNvPr id="339" name="Google Shape;339;g25c099360e7_3_277:notes">
            <a:extLst>
              <a:ext uri="{FF2B5EF4-FFF2-40B4-BE49-F238E27FC236}">
                <a16:creationId xmlns:a16="http://schemas.microsoft.com/office/drawing/2014/main" id="{E427B21B-9175-842A-640C-041E50F89FC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17</a:t>
            </a:fld>
            <a:endParaRPr/>
          </a:p>
        </p:txBody>
      </p:sp>
    </p:spTree>
    <p:extLst>
      <p:ext uri="{BB962C8B-B14F-4D97-AF65-F5344CB8AC3E}">
        <p14:creationId xmlns:p14="http://schemas.microsoft.com/office/powerpoint/2010/main" val="1157853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538C49A2-B90A-A43E-406C-D9B4213CC529}"/>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6DA6D2BE-423F-0838-7725-67DB93F433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417F3EE9-504A-3170-41CC-817CACE903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fr-FR" dirty="0"/>
          </a:p>
          <a:p>
            <a:r>
              <a:rPr lang="fr-FR" dirty="0"/>
              <a:t>Ici, nous avons identifié les </a:t>
            </a:r>
            <a:r>
              <a:rPr lang="fr-FR" b="1" dirty="0"/>
              <a:t>20 communes avec le plus de transactions pour 1 000 habitants</a:t>
            </a:r>
            <a:r>
              <a:rPr lang="fr-FR" dirty="0"/>
              <a:t>, ce qui nous permet de repérer les zones où le marché est le plus dynamique.</a:t>
            </a:r>
            <a:br>
              <a:rPr lang="fr-FR" dirty="0"/>
            </a:br>
            <a:r>
              <a:rPr lang="fr-FR" dirty="0"/>
              <a:t>Paris se démarque avec plusieurs arrondissements en tête, notamment le </a:t>
            </a:r>
            <a:r>
              <a:rPr lang="fr-FR" b="1" dirty="0"/>
              <a:t>2e arrondissement avec 5,84 transactions pour 1 000 habitants</a:t>
            </a:r>
            <a:r>
              <a:rPr lang="fr-FR" dirty="0"/>
              <a:t>.</a:t>
            </a:r>
            <a:br>
              <a:rPr lang="fr-FR" dirty="0"/>
            </a:br>
            <a:r>
              <a:rPr lang="fr-FR" dirty="0"/>
              <a:t>En dehors de Paris, des villes comme </a:t>
            </a:r>
            <a:r>
              <a:rPr lang="fr-FR" b="1" dirty="0"/>
              <a:t>Arcachon (4,62)</a:t>
            </a:r>
            <a:r>
              <a:rPr lang="fr-FR" dirty="0"/>
              <a:t> et </a:t>
            </a:r>
            <a:r>
              <a:rPr lang="fr-FR" b="1" dirty="0"/>
              <a:t>La Baule-</a:t>
            </a:r>
            <a:r>
              <a:rPr lang="fr-FR" b="1" dirty="0" err="1"/>
              <a:t>Escoublac</a:t>
            </a:r>
            <a:r>
              <a:rPr lang="fr-FR" b="1" dirty="0"/>
              <a:t> (4,58)</a:t>
            </a:r>
            <a:r>
              <a:rPr lang="fr-FR" dirty="0"/>
              <a:t> montrent également une forte activité.</a:t>
            </a:r>
            <a:br>
              <a:rPr lang="fr-FR" dirty="0"/>
            </a:br>
            <a:endParaRPr lang="fr-FR" dirty="0"/>
          </a:p>
          <a:p>
            <a:r>
              <a:rPr lang="fr-FR" dirty="0"/>
              <a:t>Ces communes sont particulièrement intéressantes pour les agences de Laplace </a:t>
            </a:r>
            <a:r>
              <a:rPr lang="fr-FR" dirty="0" err="1"/>
              <a:t>Immo</a:t>
            </a:r>
            <a:r>
              <a:rPr lang="fr-FR" dirty="0"/>
              <a:t> car elles concentrent un grand nombre de transactions.</a:t>
            </a:r>
            <a:br>
              <a:rPr lang="fr-FR" dirty="0"/>
            </a:br>
            <a:r>
              <a:rPr lang="fr-FR" dirty="0"/>
              <a:t>En combinant ces deux analyses, Laplace </a:t>
            </a:r>
            <a:r>
              <a:rPr lang="fr-FR" dirty="0" err="1"/>
              <a:t>Immo</a:t>
            </a:r>
            <a:r>
              <a:rPr lang="fr-FR" dirty="0"/>
              <a:t> peut concentrer ses efforts sur des zones à forte valeur ajoutée et à forte activité, optimisant ainsi sa stratégie commerciale.</a:t>
            </a:r>
          </a:p>
          <a:p>
            <a:pPr>
              <a:buNone/>
            </a:pPr>
            <a:endParaRPr lang="fr-FR" dirty="0"/>
          </a:p>
        </p:txBody>
      </p:sp>
      <p:sp>
        <p:nvSpPr>
          <p:cNvPr id="339" name="Google Shape;339;g25c099360e7_3_277:notes">
            <a:extLst>
              <a:ext uri="{FF2B5EF4-FFF2-40B4-BE49-F238E27FC236}">
                <a16:creationId xmlns:a16="http://schemas.microsoft.com/office/drawing/2014/main" id="{532917A3-0451-14B3-1443-B83B1639E22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18</a:t>
            </a:fld>
            <a:endParaRPr/>
          </a:p>
        </p:txBody>
      </p:sp>
    </p:spTree>
    <p:extLst>
      <p:ext uri="{BB962C8B-B14F-4D97-AF65-F5344CB8AC3E}">
        <p14:creationId xmlns:p14="http://schemas.microsoft.com/office/powerpoint/2010/main" val="35200303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a:extLst>
            <a:ext uri="{FF2B5EF4-FFF2-40B4-BE49-F238E27FC236}">
              <a16:creationId xmlns:a16="http://schemas.microsoft.com/office/drawing/2014/main" id="{4D3AC9AA-31BD-35A0-EDFC-81A207C635E3}"/>
            </a:ext>
          </a:extLst>
        </p:cNvPr>
        <p:cNvGrpSpPr/>
        <p:nvPr/>
      </p:nvGrpSpPr>
      <p:grpSpPr>
        <a:xfrm>
          <a:off x="0" y="0"/>
          <a:ext cx="0" cy="0"/>
          <a:chOff x="0" y="0"/>
          <a:chExt cx="0" cy="0"/>
        </a:xfrm>
      </p:grpSpPr>
      <p:sp>
        <p:nvSpPr>
          <p:cNvPr id="337" name="Google Shape;337;g25c099360e7_3_277:notes">
            <a:extLst>
              <a:ext uri="{FF2B5EF4-FFF2-40B4-BE49-F238E27FC236}">
                <a16:creationId xmlns:a16="http://schemas.microsoft.com/office/drawing/2014/main" id="{E324061E-7ACD-33E1-AA31-50C15BD157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5c099360e7_3_277:notes">
            <a:extLst>
              <a:ext uri="{FF2B5EF4-FFF2-40B4-BE49-F238E27FC236}">
                <a16:creationId xmlns:a16="http://schemas.microsoft.com/office/drawing/2014/main" id="{05ACAB8C-DC96-B995-3A75-C51F7A07B8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None/>
            </a:pPr>
            <a:r>
              <a:rPr lang="fr-FR" dirty="0"/>
              <a:t>Pour conclure, ce projet a permis de structurer une base de données fiable, conforme au RGPD, et prête à être exploitée pour orienter la stratégie commerciale de Laplace </a:t>
            </a:r>
            <a:r>
              <a:rPr lang="fr-FR" dirty="0" err="1"/>
              <a:t>Immo</a:t>
            </a:r>
            <a:r>
              <a:rPr lang="fr-FR" dirty="0"/>
              <a:t>.</a:t>
            </a:r>
          </a:p>
          <a:p>
            <a:pPr>
              <a:buNone/>
            </a:pPr>
            <a:r>
              <a:rPr lang="fr-FR" dirty="0"/>
              <a:t>Grâce aux requêtes SQL réalisées, nous avons mis en lumière plusieurs éléments clés :</a:t>
            </a:r>
          </a:p>
          <a:p>
            <a:pPr>
              <a:buFont typeface="Arial" panose="020B0604020202020204" pitchFamily="34" charset="0"/>
              <a:buChar char="•"/>
            </a:pPr>
            <a:r>
              <a:rPr lang="fr-FR" b="1" dirty="0"/>
              <a:t>Une forte concentration des ventes en Île-de-France</a:t>
            </a:r>
            <a:r>
              <a:rPr lang="fr-FR" dirty="0"/>
              <a:t>, avec une prédominance absolue de Paris,</a:t>
            </a:r>
          </a:p>
          <a:p>
            <a:pPr>
              <a:buFont typeface="Arial" panose="020B0604020202020204" pitchFamily="34" charset="0"/>
              <a:buChar char="•"/>
            </a:pPr>
            <a:r>
              <a:rPr lang="fr-FR" b="1" dirty="0"/>
              <a:t>Des écarts marqués de prix au mètre carré</a:t>
            </a:r>
            <a:r>
              <a:rPr lang="fr-FR" dirty="0"/>
              <a:t>, en particulier entre les petites et grandes surfaces,</a:t>
            </a:r>
          </a:p>
          <a:p>
            <a:pPr>
              <a:buFont typeface="Arial" panose="020B0604020202020204" pitchFamily="34" charset="0"/>
              <a:buChar char="•"/>
            </a:pPr>
            <a:r>
              <a:rPr lang="fr-FR" dirty="0"/>
              <a:t>Et </a:t>
            </a:r>
            <a:r>
              <a:rPr lang="fr-FR" b="1" dirty="0"/>
              <a:t>des communes à très forte valeur foncière</a:t>
            </a:r>
            <a:r>
              <a:rPr lang="fr-FR" dirty="0"/>
              <a:t>, principalement situées dans les Alpes-Maritimes et en région parisienne.</a:t>
            </a:r>
          </a:p>
          <a:p>
            <a:pPr>
              <a:buNone/>
            </a:pPr>
            <a:r>
              <a:rPr lang="fr-FR" b="1" dirty="0"/>
              <a:t>Recommandations concrètes pour Laplace </a:t>
            </a:r>
            <a:r>
              <a:rPr lang="fr-FR" b="1" dirty="0" err="1"/>
              <a:t>Immo</a:t>
            </a:r>
            <a:r>
              <a:rPr lang="fr-FR" b="1" dirty="0"/>
              <a:t> :</a:t>
            </a:r>
          </a:p>
          <a:p>
            <a:pPr>
              <a:buNone/>
            </a:pPr>
            <a:r>
              <a:rPr lang="fr-FR" dirty="0"/>
              <a:t>🔹 </a:t>
            </a:r>
            <a:r>
              <a:rPr lang="fr-FR" b="1" dirty="0"/>
              <a:t>Renforcer la présence dans les zones les plus actives</a:t>
            </a:r>
            <a:r>
              <a:rPr lang="fr-FR" dirty="0"/>
              <a:t>, comme Paris, Bordeaux, Nice ou Lyon, où la densité des transactions est la plus forte. Cela passe par un maillage commercial plus fin, et des partenariats ciblés avec des agences locales.</a:t>
            </a:r>
          </a:p>
          <a:p>
            <a:pPr>
              <a:buNone/>
            </a:pPr>
            <a:r>
              <a:rPr lang="fr-FR" dirty="0"/>
              <a:t>🔹 </a:t>
            </a:r>
            <a:r>
              <a:rPr lang="fr-FR" b="1" dirty="0"/>
              <a:t>Développer une offre spécifique pour les zones à forte valeur foncière</a:t>
            </a:r>
            <a:r>
              <a:rPr lang="fr-FR" dirty="0"/>
              <a:t>, comme Saint-Jean-Cap-Ferrat ou </a:t>
            </a:r>
            <a:r>
              <a:rPr lang="fr-FR" dirty="0" err="1"/>
              <a:t>Éze</a:t>
            </a:r>
            <a:r>
              <a:rPr lang="fr-FR" dirty="0"/>
              <a:t>, avec des services premium pour les clients haut de gamme.</a:t>
            </a:r>
          </a:p>
          <a:p>
            <a:pPr>
              <a:buNone/>
            </a:pPr>
            <a:r>
              <a:rPr lang="fr-FR" dirty="0"/>
              <a:t>🔹 </a:t>
            </a:r>
            <a:r>
              <a:rPr lang="fr-FR" b="1" dirty="0"/>
              <a:t>Valoriser les petits appartements</a:t>
            </a:r>
            <a:r>
              <a:rPr lang="fr-FR" dirty="0"/>
              <a:t>, qui affichent un prix au mètre carré plus élevé. Cela peut guider l’agence dans ses investissements ou dans le conseil aux acheteurs-investisseurs.</a:t>
            </a:r>
          </a:p>
          <a:p>
            <a:pPr>
              <a:buNone/>
            </a:pPr>
            <a:r>
              <a:rPr lang="fr-FR" dirty="0"/>
              <a:t>🔹 </a:t>
            </a:r>
            <a:r>
              <a:rPr lang="fr-FR" b="1" dirty="0"/>
              <a:t>Intégrer des indicateurs de tendance trimestrielle</a:t>
            </a:r>
            <a:r>
              <a:rPr lang="fr-FR" dirty="0"/>
              <a:t> dans les </a:t>
            </a:r>
            <a:r>
              <a:rPr lang="fr-FR" dirty="0" err="1"/>
              <a:t>reportings</a:t>
            </a:r>
            <a:r>
              <a:rPr lang="fr-FR" dirty="0"/>
              <a:t> internes pour détecter rapidement les variations de volumes de ventes et adapter les actions marketing en temps réel.</a:t>
            </a:r>
          </a:p>
          <a:p>
            <a:r>
              <a:rPr lang="fr-FR" dirty="0"/>
              <a:t>Cette analyse n’est donc pas seulement descriptive : elle ouvre des pistes concrètes pour optimiser la stratégie de Laplace </a:t>
            </a:r>
            <a:r>
              <a:rPr lang="fr-FR" dirty="0" err="1"/>
              <a:t>Immo</a:t>
            </a:r>
            <a:r>
              <a:rPr lang="fr-FR"/>
              <a:t> sur un marché complexe et concurrentiel.</a:t>
            </a:r>
          </a:p>
          <a:p>
            <a:pPr>
              <a:buNone/>
            </a:pPr>
            <a:endParaRPr lang="fr-FR" dirty="0"/>
          </a:p>
        </p:txBody>
      </p:sp>
      <p:sp>
        <p:nvSpPr>
          <p:cNvPr id="339" name="Google Shape;339;g25c099360e7_3_277:notes">
            <a:extLst>
              <a:ext uri="{FF2B5EF4-FFF2-40B4-BE49-F238E27FC236}">
                <a16:creationId xmlns:a16="http://schemas.microsoft.com/office/drawing/2014/main" id="{65220036-FD14-A2DA-1D5E-40F65ABF23C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19</a:t>
            </a:fld>
            <a:endParaRPr/>
          </a:p>
        </p:txBody>
      </p:sp>
    </p:spTree>
    <p:extLst>
      <p:ext uri="{BB962C8B-B14F-4D97-AF65-F5344CB8AC3E}">
        <p14:creationId xmlns:p14="http://schemas.microsoft.com/office/powerpoint/2010/main" val="268680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5c099360e7_3_2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g25c099360e7_3_2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g25c099360e7_3_28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e de titre avec image">
  <p:cSld name="Diapositive de titre avec image">
    <p:spTree>
      <p:nvGrpSpPr>
        <p:cNvPr id="1" name="Shape 54"/>
        <p:cNvGrpSpPr/>
        <p:nvPr/>
      </p:nvGrpSpPr>
      <p:grpSpPr>
        <a:xfrm>
          <a:off x="0" y="0"/>
          <a:ext cx="0" cy="0"/>
          <a:chOff x="0" y="0"/>
          <a:chExt cx="0" cy="0"/>
        </a:xfrm>
      </p:grpSpPr>
      <p:sp>
        <p:nvSpPr>
          <p:cNvPr id="55" name="Google Shape;55;p14"/>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56" name="Google Shape;56;p14"/>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sp>
        <p:nvSpPr>
          <p:cNvPr id="57" name="Google Shape;57;p14"/>
          <p:cNvSpPr>
            <a:spLocks noGrp="1"/>
          </p:cNvSpPr>
          <p:nvPr>
            <p:ph type="pic" idx="2"/>
          </p:nvPr>
        </p:nvSpPr>
        <p:spPr>
          <a:xfrm>
            <a:off x="1262549" y="645708"/>
            <a:ext cx="3321392" cy="3852817"/>
          </a:xfrm>
          <a:prstGeom prst="rect">
            <a:avLst/>
          </a:prstGeom>
          <a:noFill/>
          <a:ln>
            <a:noFill/>
          </a:ln>
        </p:spPr>
      </p:sp>
      <p:cxnSp>
        <p:nvCxnSpPr>
          <p:cNvPr id="58" name="Google Shape;58;p14"/>
          <p:cNvCxnSpPr/>
          <p:nvPr/>
        </p:nvCxnSpPr>
        <p:spPr>
          <a:xfrm rot="10800000" flipH="1">
            <a:off x="6753226" y="2943224"/>
            <a:ext cx="2390775" cy="1266825"/>
          </a:xfrm>
          <a:prstGeom prst="straightConnector1">
            <a:avLst/>
          </a:prstGeom>
          <a:noFill/>
          <a:ln w="9525" cap="flat" cmpd="sng">
            <a:solidFill>
              <a:srgbClr val="EE9571"/>
            </a:solidFill>
            <a:prstDash val="solid"/>
            <a:miter lim="800000"/>
            <a:headEnd type="none" w="sm" len="sm"/>
            <a:tailEnd type="none" w="sm" len="sm"/>
          </a:ln>
        </p:spPr>
      </p:cxnSp>
      <p:sp>
        <p:nvSpPr>
          <p:cNvPr id="59" name="Google Shape;59;p14" title="Titre"/>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0" name="Google Shape;60;p14" title="Sous-titre"/>
          <p:cNvSpPr txBox="1">
            <a:spLocks noGrp="1"/>
          </p:cNvSpPr>
          <p:nvPr>
            <p:ph type="subTitle" idx="1"/>
          </p:nvPr>
        </p:nvSpPr>
        <p:spPr>
          <a:xfrm>
            <a:off x="4781411" y="2730749"/>
            <a:ext cx="3640754" cy="94318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rgbClr val="2E7A40"/>
              </a:buClr>
              <a:buSzPts val="1800"/>
              <a:buFont typeface="Arial"/>
              <a:buNone/>
              <a:defRPr sz="1800" b="0" i="0" u="none" strike="noStrike" cap="none">
                <a:solidFill>
                  <a:schemeClr val="accent6"/>
                </a:solidFill>
                <a:latin typeface="Calibri"/>
                <a:ea typeface="Calibri"/>
                <a:cs typeface="Calibri"/>
                <a:sym typeface="Calibri"/>
              </a:defRPr>
            </a:lvl1pPr>
            <a:lvl2pPr marR="0" lvl="1" algn="ctr"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4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3pPr>
            <a:lvl4pPr marR="0" lvl="3"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cxnSp>
        <p:nvCxnSpPr>
          <p:cNvPr id="61" name="Google Shape;61;p14"/>
          <p:cNvCxnSpPr/>
          <p:nvPr/>
        </p:nvCxnSpPr>
        <p:spPr>
          <a:xfrm rot="10800000" flipH="1">
            <a:off x="-13378" y="3525012"/>
            <a:ext cx="1439842" cy="750790"/>
          </a:xfrm>
          <a:prstGeom prst="straightConnector1">
            <a:avLst/>
          </a:prstGeom>
          <a:noFill/>
          <a:ln w="9525" cap="flat" cmpd="sng">
            <a:solidFill>
              <a:srgbClr val="E26064"/>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SPOSITION DU TEXTE 01">
  <p:cSld name="DISPOSITION DU TEXTE 01">
    <p:spTree>
      <p:nvGrpSpPr>
        <p:cNvPr id="1" name="Shape 62"/>
        <p:cNvGrpSpPr/>
        <p:nvPr/>
      </p:nvGrpSpPr>
      <p:grpSpPr>
        <a:xfrm>
          <a:off x="0" y="0"/>
          <a:ext cx="0" cy="0"/>
          <a:chOff x="0" y="0"/>
          <a:chExt cx="0" cy="0"/>
        </a:xfrm>
      </p:grpSpPr>
      <p:sp>
        <p:nvSpPr>
          <p:cNvPr id="63" name="Google Shape;63;p15" title="Puces"/>
          <p:cNvSpPr txBox="1">
            <a:spLocks noGrp="1"/>
          </p:cNvSpPr>
          <p:nvPr>
            <p:ph type="body" idx="1"/>
          </p:nvPr>
        </p:nvSpPr>
        <p:spPr>
          <a:xfrm>
            <a:off x="398533" y="2397686"/>
            <a:ext cx="3707122" cy="2218706"/>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4" name="Google Shape;64;p15"/>
          <p:cNvSpPr/>
          <p:nvPr/>
        </p:nvSpPr>
        <p:spPr>
          <a:xfrm rot="10800000">
            <a:off x="1379765" y="-4"/>
            <a:ext cx="7764236" cy="4229105"/>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65" name="Google Shape;65;p15"/>
          <p:cNvSpPr/>
          <p:nvPr/>
        </p:nvSpPr>
        <p:spPr>
          <a:xfrm flipH="1">
            <a:off x="2233613" y="-4"/>
            <a:ext cx="3090863" cy="981079"/>
          </a:xfrm>
          <a:prstGeom prst="parallelogram">
            <a:avLst>
              <a:gd name="adj" fmla="val 186380"/>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66" name="Google Shape;66;p15"/>
          <p:cNvCxnSpPr/>
          <p:nvPr/>
        </p:nvCxnSpPr>
        <p:spPr>
          <a:xfrm rot="10800000" flipH="1">
            <a:off x="4781550" y="3785308"/>
            <a:ext cx="1143431" cy="1352550"/>
          </a:xfrm>
          <a:prstGeom prst="straightConnector1">
            <a:avLst/>
          </a:prstGeom>
          <a:noFill/>
          <a:ln w="9525" cap="flat" cmpd="sng">
            <a:solidFill>
              <a:srgbClr val="EE9571"/>
            </a:solidFill>
            <a:prstDash val="solid"/>
            <a:miter lim="800000"/>
            <a:headEnd type="none" w="sm" len="sm"/>
            <a:tailEnd type="none" w="sm" len="sm"/>
          </a:ln>
        </p:spPr>
      </p:cxnSp>
      <p:sp>
        <p:nvSpPr>
          <p:cNvPr id="67" name="Google Shape;67;p15" title="Sous-titre"/>
          <p:cNvSpPr txBox="1">
            <a:spLocks noGrp="1"/>
          </p:cNvSpPr>
          <p:nvPr>
            <p:ph type="body" idx="2"/>
          </p:nvPr>
        </p:nvSpPr>
        <p:spPr>
          <a:xfrm>
            <a:off x="398534" y="1922608"/>
            <a:ext cx="5506973"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8" name="Google Shape;68;p15" title="Titre "/>
          <p:cNvSpPr txBox="1">
            <a:spLocks noGrp="1"/>
          </p:cNvSpPr>
          <p:nvPr>
            <p:ph type="title"/>
          </p:nvPr>
        </p:nvSpPr>
        <p:spPr>
          <a:xfrm>
            <a:off x="398533" y="981363"/>
            <a:ext cx="5506967" cy="911674"/>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9" name="Google Shape;69;p15"/>
          <p:cNvSpPr>
            <a:spLocks noGrp="1"/>
          </p:cNvSpPr>
          <p:nvPr>
            <p:ph type="pic" idx="3"/>
          </p:nvPr>
        </p:nvSpPr>
        <p:spPr>
          <a:xfrm>
            <a:off x="4953000" y="0"/>
            <a:ext cx="4191000" cy="5154187"/>
          </a:xfrm>
          <a:prstGeom prst="rect">
            <a:avLst/>
          </a:prstGeom>
          <a:solidFill>
            <a:srgbClr val="D8D8D8"/>
          </a:solidFill>
          <a:ln>
            <a:noFill/>
          </a:ln>
        </p:spPr>
      </p:sp>
      <p:sp>
        <p:nvSpPr>
          <p:cNvPr id="70" name="Google Shape;70;p15"/>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1" name="Google Shape;71;p15"/>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31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aison avec sous-titre">
  <p:cSld name="Comparaison avec sous-titre">
    <p:spTree>
      <p:nvGrpSpPr>
        <p:cNvPr id="1" name="Shape 72"/>
        <p:cNvGrpSpPr/>
        <p:nvPr/>
      </p:nvGrpSpPr>
      <p:grpSpPr>
        <a:xfrm>
          <a:off x="0" y="0"/>
          <a:ext cx="0" cy="0"/>
          <a:chOff x="0" y="0"/>
          <a:chExt cx="0" cy="0"/>
        </a:xfrm>
      </p:grpSpPr>
      <p:cxnSp>
        <p:nvCxnSpPr>
          <p:cNvPr id="73" name="Google Shape;73;p16"/>
          <p:cNvCxnSpPr/>
          <p:nvPr/>
        </p:nvCxnSpPr>
        <p:spPr>
          <a:xfrm rot="10800000">
            <a:off x="-6935" y="2725475"/>
            <a:ext cx="1434464" cy="1179742"/>
          </a:xfrm>
          <a:prstGeom prst="straightConnector1">
            <a:avLst/>
          </a:prstGeom>
          <a:noFill/>
          <a:ln w="9525" cap="flat" cmpd="sng">
            <a:solidFill>
              <a:srgbClr val="EE9571"/>
            </a:solidFill>
            <a:prstDash val="solid"/>
            <a:miter lim="800000"/>
            <a:headEnd type="none" w="sm" len="sm"/>
            <a:tailEnd type="none" w="sm" len="sm"/>
          </a:ln>
        </p:spPr>
      </p:cxnSp>
      <p:grpSp>
        <p:nvGrpSpPr>
          <p:cNvPr id="74" name="Google Shape;74;p16"/>
          <p:cNvGrpSpPr/>
          <p:nvPr/>
        </p:nvGrpSpPr>
        <p:grpSpPr>
          <a:xfrm flipH="1">
            <a:off x="5670996" y="0"/>
            <a:ext cx="3572983" cy="2655755"/>
            <a:chOff x="-124265" y="-2"/>
            <a:chExt cx="4763978" cy="3367272"/>
          </a:xfrm>
        </p:grpSpPr>
        <p:sp>
          <p:nvSpPr>
            <p:cNvPr id="75" name="Google Shape;75;p16"/>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76" name="Google Shape;76;p16"/>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77" name="Google Shape;77;p16"/>
            <p:cNvSpPr/>
            <p:nvPr/>
          </p:nvSpPr>
          <p:spPr>
            <a:xfrm rot="-2178838">
              <a:off x="-192127" y="1140864"/>
              <a:ext cx="1354398" cy="214994"/>
            </a:xfrm>
            <a:prstGeom prst="parallelogram">
              <a:avLst>
                <a:gd name="adj" fmla="val 72003"/>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78" name="Google Shape;78;p16"/>
          <p:cNvSpPr txBox="1">
            <a:spLocks noGrp="1"/>
          </p:cNvSpPr>
          <p:nvPr>
            <p:ph type="body" idx="1"/>
          </p:nvPr>
        </p:nvSpPr>
        <p:spPr>
          <a:xfrm>
            <a:off x="390524" y="1578666"/>
            <a:ext cx="4106468" cy="585891"/>
          </a:xfrm>
          <a:prstGeom prst="rect">
            <a:avLst/>
          </a:prstGeom>
          <a:noFill/>
          <a:ln>
            <a:noFill/>
          </a:ln>
        </p:spPr>
        <p:txBody>
          <a:bodyPr spcFirstLastPara="1" wrap="square" lIns="68575" tIns="34275" rIns="68575" bIns="34275" anchor="b" anchorCtr="0">
            <a:normAutofit/>
          </a:bodyPr>
          <a:lstStyle>
            <a:lvl1pPr marL="457200" marR="0" lvl="0" indent="-228600" algn="l" rtl="0">
              <a:lnSpc>
                <a:spcPct val="100000"/>
              </a:lnSpc>
              <a:spcBef>
                <a:spcPts val="0"/>
              </a:spcBef>
              <a:spcAft>
                <a:spcPts val="0"/>
              </a:spcAft>
              <a:buClr>
                <a:srgbClr val="2E7A40"/>
              </a:buClr>
              <a:buSzPts val="2100"/>
              <a:buFont typeface="Arial"/>
              <a:buNone/>
              <a:defRPr sz="21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9" name="Google Shape;79;p16" title="Puces"/>
          <p:cNvSpPr txBox="1">
            <a:spLocks noGrp="1"/>
          </p:cNvSpPr>
          <p:nvPr>
            <p:ph type="body" idx="2"/>
          </p:nvPr>
        </p:nvSpPr>
        <p:spPr>
          <a:xfrm>
            <a:off x="390524" y="2164557"/>
            <a:ext cx="4106468" cy="2424112"/>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0" name="Google Shape;80;p16"/>
          <p:cNvSpPr txBox="1">
            <a:spLocks noGrp="1"/>
          </p:cNvSpPr>
          <p:nvPr>
            <p:ph type="body" idx="3"/>
          </p:nvPr>
        </p:nvSpPr>
        <p:spPr>
          <a:xfrm>
            <a:off x="4640035" y="1578666"/>
            <a:ext cx="4106700" cy="585891"/>
          </a:xfrm>
          <a:prstGeom prst="rect">
            <a:avLst/>
          </a:prstGeom>
          <a:noFill/>
          <a:ln>
            <a:noFill/>
          </a:ln>
        </p:spPr>
        <p:txBody>
          <a:bodyPr spcFirstLastPara="1" wrap="square" lIns="68575" tIns="34275" rIns="68575" bIns="34275" anchor="b" anchorCtr="0">
            <a:normAutofit/>
          </a:bodyPr>
          <a:lstStyle>
            <a:lvl1pPr marL="457200" marR="0" lvl="0" indent="-228600" algn="l" rtl="0">
              <a:lnSpc>
                <a:spcPct val="100000"/>
              </a:lnSpc>
              <a:spcBef>
                <a:spcPts val="800"/>
              </a:spcBef>
              <a:spcAft>
                <a:spcPts val="0"/>
              </a:spcAft>
              <a:buClr>
                <a:srgbClr val="2E7A40"/>
              </a:buClr>
              <a:buSzPts val="2100"/>
              <a:buFont typeface="Arial"/>
              <a:buNone/>
              <a:defRPr sz="21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81" name="Google Shape;81;p16" title="Puces"/>
          <p:cNvSpPr txBox="1">
            <a:spLocks noGrp="1"/>
          </p:cNvSpPr>
          <p:nvPr>
            <p:ph type="body" idx="4"/>
          </p:nvPr>
        </p:nvSpPr>
        <p:spPr>
          <a:xfrm>
            <a:off x="4640035" y="2164557"/>
            <a:ext cx="4106700" cy="2424112"/>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2" name="Google Shape;82;p16" title="Sous-titre"/>
          <p:cNvSpPr txBox="1">
            <a:spLocks noGrp="1"/>
          </p:cNvSpPr>
          <p:nvPr>
            <p:ph type="body" idx="5"/>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3" name="Google Shape;83;p16"/>
          <p:cNvSpPr/>
          <p:nvPr/>
        </p:nvSpPr>
        <p:spPr>
          <a:xfrm flipH="1">
            <a:off x="5009931" y="1"/>
            <a:ext cx="1085850" cy="479298"/>
          </a:xfrm>
          <a:prstGeom prst="parallelogram">
            <a:avLst>
              <a:gd name="adj" fmla="val 135617"/>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84" name="Google Shape;84;p16"/>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6"/>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86" name="Google Shape;86;p16"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En-tête de section avec image">
  <p:cSld name="En-tête de section avec image">
    <p:spTree>
      <p:nvGrpSpPr>
        <p:cNvPr id="1" name="Shape 87"/>
        <p:cNvGrpSpPr/>
        <p:nvPr/>
      </p:nvGrpSpPr>
      <p:grpSpPr>
        <a:xfrm>
          <a:off x="0" y="0"/>
          <a:ext cx="0" cy="0"/>
          <a:chOff x="0" y="0"/>
          <a:chExt cx="0" cy="0"/>
        </a:xfrm>
      </p:grpSpPr>
      <p:sp>
        <p:nvSpPr>
          <p:cNvPr id="88" name="Google Shape;88;p17"/>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89" name="Google Shape;89;p17"/>
          <p:cNvSpPr/>
          <p:nvPr/>
        </p:nvSpPr>
        <p:spPr>
          <a:xfrm rot="-1641210">
            <a:off x="-477993" y="2691132"/>
            <a:ext cx="2895122" cy="1310214"/>
          </a:xfrm>
          <a:prstGeom prst="parallelogram">
            <a:avLst>
              <a:gd name="adj" fmla="val 53218"/>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90" name="Google Shape;90;p17"/>
          <p:cNvCxnSpPr/>
          <p:nvPr/>
        </p:nvCxnSpPr>
        <p:spPr>
          <a:xfrm rot="10800000" flipH="1">
            <a:off x="0" y="757568"/>
            <a:ext cx="1338943" cy="680629"/>
          </a:xfrm>
          <a:prstGeom prst="straightConnector1">
            <a:avLst/>
          </a:prstGeom>
          <a:noFill/>
          <a:ln w="9525" cap="flat" cmpd="sng">
            <a:solidFill>
              <a:srgbClr val="A5A5A5"/>
            </a:solidFill>
            <a:prstDash val="solid"/>
            <a:miter lim="800000"/>
            <a:headEnd type="none" w="sm" len="sm"/>
            <a:tailEnd type="none" w="sm" len="sm"/>
          </a:ln>
        </p:spPr>
      </p:cxnSp>
      <p:sp>
        <p:nvSpPr>
          <p:cNvPr id="91" name="Google Shape;91;p17" title="Titre"/>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000"/>
              <a:buFont typeface="Calibri"/>
              <a:buNone/>
              <a:defRPr sz="3000" b="1">
                <a:solidFill>
                  <a:schemeClr val="accent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7" title="Sous-titre"/>
          <p:cNvSpPr txBox="1">
            <a:spLocks noGrp="1"/>
          </p:cNvSpPr>
          <p:nvPr>
            <p:ph type="body" idx="1"/>
          </p:nvPr>
        </p:nvSpPr>
        <p:spPr>
          <a:xfrm>
            <a:off x="4712882" y="2844035"/>
            <a:ext cx="3683725" cy="682935"/>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rgbClr val="909090"/>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0" i="0" u="none" strike="noStrike" cap="none">
                <a:solidFill>
                  <a:srgbClr val="909090"/>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5pPr>
            <a:lvl6pPr marL="2743200" marR="0" lvl="5"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6pPr>
            <a:lvl7pPr marL="3200400" marR="0" lvl="6"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7pPr>
            <a:lvl8pPr marL="3657600" marR="0" lvl="7"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8pPr>
            <a:lvl9pPr marL="4114800" marR="0" lvl="8"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9pPr>
          </a:lstStyle>
          <a:p>
            <a:endParaRPr/>
          </a:p>
        </p:txBody>
      </p:sp>
      <p:cxnSp>
        <p:nvCxnSpPr>
          <p:cNvPr id="93" name="Google Shape;93;p17"/>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94" name="Google Shape;94;p17"/>
          <p:cNvSpPr/>
          <p:nvPr/>
        </p:nvSpPr>
        <p:spPr>
          <a:xfrm>
            <a:off x="5815584" y="0"/>
            <a:ext cx="1693926" cy="557114"/>
          </a:xfrm>
          <a:prstGeom prst="parallelogram">
            <a:avLst>
              <a:gd name="adj" fmla="val 195850"/>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95" name="Google Shape;95;p17"/>
          <p:cNvCxnSpPr/>
          <p:nvPr/>
        </p:nvCxnSpPr>
        <p:spPr>
          <a:xfrm rot="10800000" flipH="1">
            <a:off x="0" y="306422"/>
            <a:ext cx="4946515" cy="2552361"/>
          </a:xfrm>
          <a:prstGeom prst="straightConnector1">
            <a:avLst/>
          </a:prstGeom>
          <a:noFill/>
          <a:ln w="9525" cap="flat" cmpd="sng">
            <a:solidFill>
              <a:srgbClr val="A5A5A5"/>
            </a:solidFill>
            <a:prstDash val="solid"/>
            <a:miter lim="800000"/>
            <a:headEnd type="none" w="sm" len="sm"/>
            <a:tailEnd type="none" w="sm" len="sm"/>
          </a:ln>
        </p:spPr>
      </p:cxnSp>
      <p:sp>
        <p:nvSpPr>
          <p:cNvPr id="96" name="Google Shape;96;p17"/>
          <p:cNvSpPr>
            <a:spLocks noGrp="1"/>
          </p:cNvSpPr>
          <p:nvPr>
            <p:ph type="pic" idx="2"/>
          </p:nvPr>
        </p:nvSpPr>
        <p:spPr>
          <a:xfrm>
            <a:off x="1262549" y="645708"/>
            <a:ext cx="3321392" cy="3852817"/>
          </a:xfrm>
          <a:prstGeom prst="rect">
            <a:avLst/>
          </a:prstGeom>
          <a:noFill/>
          <a:ln>
            <a:noFill/>
          </a:ln>
        </p:spPr>
      </p:sp>
      <p:cxnSp>
        <p:nvCxnSpPr>
          <p:cNvPr id="97" name="Google Shape;97;p17"/>
          <p:cNvCxnSpPr/>
          <p:nvPr/>
        </p:nvCxnSpPr>
        <p:spPr>
          <a:xfrm rot="10800000" flipH="1">
            <a:off x="-13378" y="3950208"/>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98" name="Google Shape;98;p17"/>
          <p:cNvSpPr/>
          <p:nvPr/>
        </p:nvSpPr>
        <p:spPr>
          <a:xfrm rot="-1641210">
            <a:off x="-104276" y="2555284"/>
            <a:ext cx="1078799" cy="177435"/>
          </a:xfrm>
          <a:prstGeom prst="parallelogram">
            <a:avLst>
              <a:gd name="adj" fmla="val 53218"/>
            </a:avLst>
          </a:prstGeom>
          <a:solidFill>
            <a:srgbClr val="A5A5A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37">
          <p15:clr>
            <a:srgbClr val="FBAE40"/>
          </p15:clr>
        </p15:guide>
        <p15:guide id="2" pos="2880">
          <p15:clr>
            <a:srgbClr val="FBAE40"/>
          </p15:clr>
        </p15:guide>
        <p15:guide id="3" pos="107">
          <p15:clr>
            <a:srgbClr val="FBAE40"/>
          </p15:clr>
        </p15:guide>
        <p15:guide id="4" orient="horz" pos="3127">
          <p15:clr>
            <a:srgbClr val="FBAE40"/>
          </p15:clr>
        </p15:guide>
        <p15:guide id="5" pos="5653">
          <p15:clr>
            <a:srgbClr val="FBAE40"/>
          </p15:clr>
        </p15:guide>
        <p15:guide id="6" orient="horz" pos="10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ique">
  <p:cSld name="Graphique">
    <p:spTree>
      <p:nvGrpSpPr>
        <p:cNvPr id="1" name="Shape 99"/>
        <p:cNvGrpSpPr/>
        <p:nvPr/>
      </p:nvGrpSpPr>
      <p:grpSpPr>
        <a:xfrm>
          <a:off x="0" y="0"/>
          <a:ext cx="0" cy="0"/>
          <a:chOff x="0" y="0"/>
          <a:chExt cx="0" cy="0"/>
        </a:xfrm>
      </p:grpSpPr>
      <p:grpSp>
        <p:nvGrpSpPr>
          <p:cNvPr id="100" name="Google Shape;100;p18"/>
          <p:cNvGrpSpPr/>
          <p:nvPr/>
        </p:nvGrpSpPr>
        <p:grpSpPr>
          <a:xfrm flipH="1">
            <a:off x="5670996" y="0"/>
            <a:ext cx="3572983" cy="2655755"/>
            <a:chOff x="-124265" y="-2"/>
            <a:chExt cx="4763978" cy="3367272"/>
          </a:xfrm>
        </p:grpSpPr>
        <p:sp>
          <p:nvSpPr>
            <p:cNvPr id="101" name="Google Shape;101;p18"/>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02" name="Google Shape;102;p18"/>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03" name="Google Shape;103;p18"/>
            <p:cNvSpPr/>
            <p:nvPr/>
          </p:nvSpPr>
          <p:spPr>
            <a:xfrm rot="-2178838">
              <a:off x="-192127" y="1140864"/>
              <a:ext cx="1354398" cy="214994"/>
            </a:xfrm>
            <a:prstGeom prst="parallelogram">
              <a:avLst>
                <a:gd name="adj" fmla="val 72003"/>
              </a:avLst>
            </a:prstGeom>
            <a:solidFill>
              <a:srgbClr val="EE957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04" name="Google Shape;104;p18"/>
          <p:cNvSpPr/>
          <p:nvPr/>
        </p:nvSpPr>
        <p:spPr>
          <a:xfrm flipH="1">
            <a:off x="5009931" y="1"/>
            <a:ext cx="1085850" cy="479298"/>
          </a:xfrm>
          <a:prstGeom prst="parallelogram">
            <a:avLst>
              <a:gd name="adj" fmla="val 135617"/>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05" name="Google Shape;105;p18" title="Sous-titre"/>
          <p:cNvSpPr txBox="1">
            <a:spLocks noGrp="1"/>
          </p:cNvSpPr>
          <p:nvPr>
            <p:ph type="body" idx="1"/>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6" name="Google Shape;106;p18"/>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7" name="Google Shape;107;p18"/>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08" name="Google Shape;108;p18"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9" name="Google Shape;109;p18"/>
          <p:cNvSpPr txBox="1">
            <a:spLocks noGrp="1"/>
          </p:cNvSpPr>
          <p:nvPr>
            <p:ph type="body" idx="2"/>
          </p:nvPr>
        </p:nvSpPr>
        <p:spPr>
          <a:xfrm>
            <a:off x="398860" y="1504321"/>
            <a:ext cx="3919323" cy="3062916"/>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800"/>
              <a:buFont typeface="Arial"/>
              <a:buNone/>
              <a:defRPr sz="1800" b="0" i="0" u="none" strike="noStrike" cap="none">
                <a:solidFill>
                  <a:schemeClr val="lt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0" name="Google Shape;110;p18" title="Graphique"/>
          <p:cNvSpPr>
            <a:spLocks noGrp="1"/>
          </p:cNvSpPr>
          <p:nvPr>
            <p:ph type="chart" idx="3"/>
          </p:nvPr>
        </p:nvSpPr>
        <p:spPr>
          <a:xfrm>
            <a:off x="4347086" y="1504322"/>
            <a:ext cx="4289548" cy="3063352"/>
          </a:xfrm>
          <a:prstGeom prst="rect">
            <a:avLst/>
          </a:prstGeom>
          <a:noFill/>
          <a:ln>
            <a:noFill/>
          </a:ln>
        </p:spPr>
        <p:txBody>
          <a:bodyPr spcFirstLastPara="1" wrap="square" lIns="68550" tIns="34275" rIns="68550" bIns="34275" anchor="t" anchorCtr="0">
            <a:noAutofit/>
          </a:bodyPr>
          <a:lstStyle>
            <a:lvl1pPr marR="0" lvl="0" algn="ctr" rtl="0">
              <a:lnSpc>
                <a:spcPct val="90000"/>
              </a:lnSpc>
              <a:spcBef>
                <a:spcPts val="8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sposition du texte 02">
  <p:cSld name="Disposition du texte 02">
    <p:spTree>
      <p:nvGrpSpPr>
        <p:cNvPr id="1" name="Shape 111"/>
        <p:cNvGrpSpPr/>
        <p:nvPr/>
      </p:nvGrpSpPr>
      <p:grpSpPr>
        <a:xfrm>
          <a:off x="0" y="0"/>
          <a:ext cx="0" cy="0"/>
          <a:chOff x="0" y="0"/>
          <a:chExt cx="0" cy="0"/>
        </a:xfrm>
      </p:grpSpPr>
      <p:sp>
        <p:nvSpPr>
          <p:cNvPr id="112" name="Google Shape;112;p19"/>
          <p:cNvSpPr/>
          <p:nvPr/>
        </p:nvSpPr>
        <p:spPr>
          <a:xfrm rot="10800000">
            <a:off x="1379765" y="-4"/>
            <a:ext cx="7764236" cy="4229105"/>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13" name="Google Shape;113;p19"/>
          <p:cNvSpPr>
            <a:spLocks noGrp="1"/>
          </p:cNvSpPr>
          <p:nvPr>
            <p:ph type="pic" idx="2"/>
          </p:nvPr>
        </p:nvSpPr>
        <p:spPr>
          <a:xfrm>
            <a:off x="4627633" y="1076325"/>
            <a:ext cx="4516366" cy="4067175"/>
          </a:xfrm>
          <a:prstGeom prst="rect">
            <a:avLst/>
          </a:prstGeom>
          <a:solidFill>
            <a:srgbClr val="D8D8D8"/>
          </a:solidFill>
          <a:ln>
            <a:noFill/>
          </a:ln>
        </p:spPr>
      </p:sp>
      <p:sp>
        <p:nvSpPr>
          <p:cNvPr id="114" name="Google Shape;114;p19" title="Puces"/>
          <p:cNvSpPr txBox="1">
            <a:spLocks noGrp="1"/>
          </p:cNvSpPr>
          <p:nvPr>
            <p:ph type="body" idx="1"/>
          </p:nvPr>
        </p:nvSpPr>
        <p:spPr>
          <a:xfrm>
            <a:off x="398533" y="2397686"/>
            <a:ext cx="3707122" cy="2218706"/>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5" name="Google Shape;115;p19"/>
          <p:cNvSpPr/>
          <p:nvPr/>
        </p:nvSpPr>
        <p:spPr>
          <a:xfrm flipH="1">
            <a:off x="2233613" y="-4"/>
            <a:ext cx="3090863" cy="981079"/>
          </a:xfrm>
          <a:prstGeom prst="parallelogram">
            <a:avLst>
              <a:gd name="adj" fmla="val 186380"/>
            </a:avLst>
          </a:prstGeom>
          <a:solidFill>
            <a:srgbClr val="E2606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16" name="Google Shape;116;p19"/>
          <p:cNvCxnSpPr/>
          <p:nvPr/>
        </p:nvCxnSpPr>
        <p:spPr>
          <a:xfrm rot="10800000" flipH="1">
            <a:off x="7764236" y="889089"/>
            <a:ext cx="1379764" cy="1225461"/>
          </a:xfrm>
          <a:prstGeom prst="straightConnector1">
            <a:avLst/>
          </a:prstGeom>
          <a:noFill/>
          <a:ln w="9525" cap="flat" cmpd="sng">
            <a:solidFill>
              <a:schemeClr val="accent2"/>
            </a:solidFill>
            <a:prstDash val="solid"/>
            <a:miter lim="800000"/>
            <a:headEnd type="none" w="sm" len="sm"/>
            <a:tailEnd type="none" w="sm" len="sm"/>
          </a:ln>
        </p:spPr>
      </p:cxnSp>
      <p:sp>
        <p:nvSpPr>
          <p:cNvPr id="117" name="Google Shape;117;p19" title="Sous-titre"/>
          <p:cNvSpPr txBox="1">
            <a:spLocks noGrp="1"/>
          </p:cNvSpPr>
          <p:nvPr>
            <p:ph type="body" idx="3"/>
          </p:nvPr>
        </p:nvSpPr>
        <p:spPr>
          <a:xfrm>
            <a:off x="398534" y="1922608"/>
            <a:ext cx="5506966"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8" name="Google Shape;118;p19"/>
          <p:cNvSpPr txBox="1"/>
          <p:nvPr/>
        </p:nvSpPr>
        <p:spPr>
          <a:xfrm>
            <a:off x="8305038" y="178308"/>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1"/>
                </a:solidFill>
                <a:latin typeface="Arial Black"/>
                <a:ea typeface="Arial Black"/>
                <a:cs typeface="Arial Black"/>
                <a:sym typeface="Arial Black"/>
              </a:rPr>
              <a:t>FR</a:t>
            </a:r>
            <a:endParaRPr sz="1100"/>
          </a:p>
        </p:txBody>
      </p:sp>
      <p:sp>
        <p:nvSpPr>
          <p:cNvPr id="119" name="Google Shape;119;p19" title="Titre "/>
          <p:cNvSpPr txBox="1">
            <a:spLocks noGrp="1"/>
          </p:cNvSpPr>
          <p:nvPr>
            <p:ph type="title"/>
          </p:nvPr>
        </p:nvSpPr>
        <p:spPr>
          <a:xfrm>
            <a:off x="398533" y="981363"/>
            <a:ext cx="5506967" cy="911674"/>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19"/>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1" name="Google Shape;121;p19"/>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31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ableau">
  <p:cSld name="Tableau">
    <p:spTree>
      <p:nvGrpSpPr>
        <p:cNvPr id="1" name="Shape 122"/>
        <p:cNvGrpSpPr/>
        <p:nvPr/>
      </p:nvGrpSpPr>
      <p:grpSpPr>
        <a:xfrm>
          <a:off x="0" y="0"/>
          <a:ext cx="0" cy="0"/>
          <a:chOff x="0" y="0"/>
          <a:chExt cx="0" cy="0"/>
        </a:xfrm>
      </p:grpSpPr>
      <p:sp>
        <p:nvSpPr>
          <p:cNvPr id="123" name="Google Shape;123;p20" title="Tableau"/>
          <p:cNvSpPr>
            <a:spLocks noGrp="1"/>
          </p:cNvSpPr>
          <p:nvPr>
            <p:ph type="tbl" idx="2"/>
          </p:nvPr>
        </p:nvSpPr>
        <p:spPr>
          <a:xfrm>
            <a:off x="398533" y="1998602"/>
            <a:ext cx="8245031" cy="2574885"/>
          </a:xfrm>
          <a:prstGeom prst="rect">
            <a:avLst/>
          </a:prstGeom>
          <a:noFill/>
          <a:ln>
            <a:noFill/>
          </a:ln>
        </p:spPr>
        <p:txBody>
          <a:bodyPr spcFirstLastPara="1" wrap="square" lIns="68550" tIns="34275" rIns="68550" bIns="34275" anchor="t" anchorCtr="0">
            <a:noAutofit/>
          </a:bodyPr>
          <a:lstStyle>
            <a:lvl1pPr marR="0" lvl="0" algn="ctr" rtl="0">
              <a:spcBef>
                <a:spcPts val="0"/>
              </a:spcBef>
              <a:spcAft>
                <a:spcPts val="0"/>
              </a:spcAft>
              <a:buClr>
                <a:schemeClr val="dk1"/>
              </a:buClr>
              <a:buSzPts val="1500"/>
              <a:buFont typeface="Calibri"/>
              <a:buNone/>
              <a:defRPr sz="15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grpSp>
        <p:nvGrpSpPr>
          <p:cNvPr id="124" name="Google Shape;124;p20"/>
          <p:cNvGrpSpPr/>
          <p:nvPr/>
        </p:nvGrpSpPr>
        <p:grpSpPr>
          <a:xfrm flipH="1">
            <a:off x="5670996" y="0"/>
            <a:ext cx="3572983" cy="2655755"/>
            <a:chOff x="-124265" y="-2"/>
            <a:chExt cx="4763978" cy="3367272"/>
          </a:xfrm>
        </p:grpSpPr>
        <p:sp>
          <p:nvSpPr>
            <p:cNvPr id="125" name="Google Shape;125;p20"/>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26" name="Google Shape;126;p20"/>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27" name="Google Shape;127;p20"/>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28" name="Google Shape;128;p20"/>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29" name="Google Shape;129;p20" title="Sous-titre"/>
          <p:cNvSpPr txBox="1">
            <a:spLocks noGrp="1"/>
          </p:cNvSpPr>
          <p:nvPr>
            <p:ph type="body" idx="1"/>
          </p:nvPr>
        </p:nvSpPr>
        <p:spPr>
          <a:xfrm>
            <a:off x="390370" y="1032699"/>
            <a:ext cx="5526447" cy="45667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30" name="Google Shape;130;p20"/>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1" name="Google Shape;131;p20"/>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32" name="Google Shape;132;p20"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Grande photo">
  <p:cSld name="Grande photo">
    <p:spTree>
      <p:nvGrpSpPr>
        <p:cNvPr id="1" name="Shape 133"/>
        <p:cNvGrpSpPr/>
        <p:nvPr/>
      </p:nvGrpSpPr>
      <p:grpSpPr>
        <a:xfrm>
          <a:off x="0" y="0"/>
          <a:ext cx="0" cy="0"/>
          <a:chOff x="0" y="0"/>
          <a:chExt cx="0" cy="0"/>
        </a:xfrm>
      </p:grpSpPr>
      <p:sp>
        <p:nvSpPr>
          <p:cNvPr id="134" name="Google Shape;134;p21"/>
          <p:cNvSpPr/>
          <p:nvPr/>
        </p:nvSpPr>
        <p:spPr>
          <a:xfrm rot="10800000" flipH="1">
            <a:off x="0" y="-4"/>
            <a:ext cx="8810625" cy="4724402"/>
          </a:xfrm>
          <a:prstGeom prst="rtTriangle">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35" name="Google Shape;135;p21" title="Image"/>
          <p:cNvSpPr>
            <a:spLocks noGrp="1"/>
          </p:cNvSpPr>
          <p:nvPr>
            <p:ph type="pic" idx="2"/>
          </p:nvPr>
        </p:nvSpPr>
        <p:spPr>
          <a:xfrm>
            <a:off x="269422" y="244928"/>
            <a:ext cx="8605156" cy="4653644"/>
          </a:xfrm>
          <a:prstGeom prst="rect">
            <a:avLst/>
          </a:prstGeom>
          <a:solidFill>
            <a:srgbClr val="D8D8D8"/>
          </a:solidFill>
          <a:ln>
            <a:noFill/>
          </a:ln>
        </p:spPr>
      </p:sp>
      <p:cxnSp>
        <p:nvCxnSpPr>
          <p:cNvPr id="136" name="Google Shape;136;p21"/>
          <p:cNvCxnSpPr/>
          <p:nvPr/>
        </p:nvCxnSpPr>
        <p:spPr>
          <a:xfrm rot="10800000" flipH="1">
            <a:off x="0" y="4008665"/>
            <a:ext cx="1771650" cy="930729"/>
          </a:xfrm>
          <a:prstGeom prst="straightConnector1">
            <a:avLst/>
          </a:prstGeom>
          <a:noFill/>
          <a:ln w="9525" cap="flat" cmpd="sng">
            <a:solidFill>
              <a:srgbClr val="7F7F7F"/>
            </a:solidFill>
            <a:prstDash val="solid"/>
            <a:miter lim="800000"/>
            <a:headEnd type="none" w="sm" len="sm"/>
            <a:tailEnd type="none" w="sm" len="sm"/>
          </a:ln>
        </p:spPr>
      </p:cxnSp>
      <p:sp>
        <p:nvSpPr>
          <p:cNvPr id="137" name="Google Shape;137;p21" title="Titre "/>
          <p:cNvSpPr txBox="1">
            <a:spLocks noGrp="1"/>
          </p:cNvSpPr>
          <p:nvPr>
            <p:ph type="title"/>
          </p:nvPr>
        </p:nvSpPr>
        <p:spPr>
          <a:xfrm>
            <a:off x="269422" y="419101"/>
            <a:ext cx="6249917" cy="704849"/>
          </a:xfrm>
          <a:prstGeom prst="rect">
            <a:avLst/>
          </a:prstGeom>
          <a:solidFill>
            <a:schemeClr val="lt1">
              <a:alpha val="89803"/>
            </a:schemeClr>
          </a:solidFill>
          <a:ln>
            <a:noFill/>
          </a:ln>
        </p:spPr>
        <p:txBody>
          <a:bodyPr spcFirstLastPara="1" wrap="square" lIns="216000" tIns="34275" rIns="68575" bIns="0" anchor="ctr" anchorCtr="0">
            <a:normAutofit/>
          </a:bodyPr>
          <a:lstStyle>
            <a:lvl1pPr lvl="0" algn="l">
              <a:lnSpc>
                <a:spcPct val="90000"/>
              </a:lnSpc>
              <a:spcBef>
                <a:spcPts val="0"/>
              </a:spcBef>
              <a:spcAft>
                <a:spcPts val="0"/>
              </a:spcAft>
              <a:buClr>
                <a:schemeClr val="dk1"/>
              </a:buClr>
              <a:buSzPts val="2700"/>
              <a:buFont typeface="Calibri"/>
              <a:buNone/>
              <a:defRPr sz="2700" b="1">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erci">
  <p:cSld name="Merci">
    <p:spTree>
      <p:nvGrpSpPr>
        <p:cNvPr id="1" name="Shape 138"/>
        <p:cNvGrpSpPr/>
        <p:nvPr/>
      </p:nvGrpSpPr>
      <p:grpSpPr>
        <a:xfrm>
          <a:off x="0" y="0"/>
          <a:ext cx="0" cy="0"/>
          <a:chOff x="0" y="0"/>
          <a:chExt cx="0" cy="0"/>
        </a:xfrm>
      </p:grpSpPr>
      <p:sp>
        <p:nvSpPr>
          <p:cNvPr id="139" name="Google Shape;139;p22"/>
          <p:cNvSpPr txBox="1">
            <a:spLocks noGrp="1"/>
          </p:cNvSpPr>
          <p:nvPr>
            <p:ph type="body" idx="1"/>
          </p:nvPr>
        </p:nvSpPr>
        <p:spPr>
          <a:xfrm>
            <a:off x="5117197" y="2595872"/>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0" name="Google Shape;140;p22"/>
          <p:cNvSpPr txBox="1">
            <a:spLocks noGrp="1"/>
          </p:cNvSpPr>
          <p:nvPr>
            <p:ph type="body" idx="2"/>
          </p:nvPr>
        </p:nvSpPr>
        <p:spPr>
          <a:xfrm>
            <a:off x="5117197" y="2879588"/>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1" name="Google Shape;141;p22"/>
          <p:cNvSpPr txBox="1">
            <a:spLocks noGrp="1"/>
          </p:cNvSpPr>
          <p:nvPr>
            <p:ph type="body" idx="3"/>
          </p:nvPr>
        </p:nvSpPr>
        <p:spPr>
          <a:xfrm>
            <a:off x="5117196" y="3162502"/>
            <a:ext cx="2584337" cy="216803"/>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2" name="Google Shape;142;p22"/>
          <p:cNvSpPr txBox="1">
            <a:spLocks noGrp="1"/>
          </p:cNvSpPr>
          <p:nvPr>
            <p:ph type="body" idx="4"/>
          </p:nvPr>
        </p:nvSpPr>
        <p:spPr>
          <a:xfrm>
            <a:off x="5117197" y="3446218"/>
            <a:ext cx="2584336" cy="2160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3" name="Google Shape;143;p22"/>
          <p:cNvSpPr/>
          <p:nvPr/>
        </p:nvSpPr>
        <p:spPr>
          <a:xfrm>
            <a:off x="4844204" y="2628935"/>
            <a:ext cx="194156" cy="194156"/>
          </a:xfrm>
          <a:custGeom>
            <a:avLst/>
            <a:gdLst/>
            <a:ahLst/>
            <a:cxnLst/>
            <a:rect l="l" t="t"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4" name="Google Shape;144;p22"/>
          <p:cNvSpPr/>
          <p:nvPr/>
        </p:nvSpPr>
        <p:spPr>
          <a:xfrm>
            <a:off x="4880717" y="2923490"/>
            <a:ext cx="121130" cy="222071"/>
          </a:xfrm>
          <a:custGeom>
            <a:avLst/>
            <a:gdLst/>
            <a:ahLst/>
            <a:cxnLst/>
            <a:rect l="l" t="t" r="r" b="b"/>
            <a:pathLst>
              <a:path w="21600" h="21600" extrusionOk="0">
                <a:moveTo>
                  <a:pt x="11700" y="1473"/>
                </a:moveTo>
                <a:lnTo>
                  <a:pt x="9900" y="1473"/>
                </a:lnTo>
                <a:cubicBezTo>
                  <a:pt x="9403" y="1473"/>
                  <a:pt x="9000" y="1692"/>
                  <a:pt x="9000" y="1964"/>
                </a:cubicBezTo>
                <a:cubicBezTo>
                  <a:pt x="9000" y="2235"/>
                  <a:pt x="9403" y="2455"/>
                  <a:pt x="9900" y="2455"/>
                </a:cubicBezTo>
                <a:lnTo>
                  <a:pt x="11700" y="2455"/>
                </a:lnTo>
                <a:cubicBezTo>
                  <a:pt x="12197" y="2455"/>
                  <a:pt x="12600" y="2235"/>
                  <a:pt x="12600" y="1964"/>
                </a:cubicBezTo>
                <a:cubicBezTo>
                  <a:pt x="12600" y="1692"/>
                  <a:pt x="12197" y="1473"/>
                  <a:pt x="11700" y="1473"/>
                </a:cubicBezTo>
                <a:moveTo>
                  <a:pt x="19800" y="2945"/>
                </a:moveTo>
                <a:lnTo>
                  <a:pt x="1800" y="2945"/>
                </a:lnTo>
                <a:lnTo>
                  <a:pt x="1800" y="1964"/>
                </a:lnTo>
                <a:cubicBezTo>
                  <a:pt x="1800" y="1422"/>
                  <a:pt x="2605" y="982"/>
                  <a:pt x="3600" y="982"/>
                </a:cubicBezTo>
                <a:lnTo>
                  <a:pt x="18000" y="982"/>
                </a:lnTo>
                <a:cubicBezTo>
                  <a:pt x="18993" y="982"/>
                  <a:pt x="19800" y="1422"/>
                  <a:pt x="19800" y="1964"/>
                </a:cubicBezTo>
                <a:cubicBezTo>
                  <a:pt x="19800" y="1964"/>
                  <a:pt x="19800" y="2945"/>
                  <a:pt x="19800" y="2945"/>
                </a:cubicBezTo>
                <a:close/>
                <a:moveTo>
                  <a:pt x="19800" y="17673"/>
                </a:moveTo>
                <a:lnTo>
                  <a:pt x="1800" y="17673"/>
                </a:lnTo>
                <a:lnTo>
                  <a:pt x="1800" y="3927"/>
                </a:lnTo>
                <a:lnTo>
                  <a:pt x="19800" y="3927"/>
                </a:lnTo>
                <a:cubicBezTo>
                  <a:pt x="19800" y="3927"/>
                  <a:pt x="19800" y="17673"/>
                  <a:pt x="19800" y="17673"/>
                </a:cubicBezTo>
                <a:close/>
                <a:moveTo>
                  <a:pt x="19800" y="19636"/>
                </a:moveTo>
                <a:cubicBezTo>
                  <a:pt x="19800" y="20179"/>
                  <a:pt x="18993" y="20618"/>
                  <a:pt x="18000" y="20618"/>
                </a:cubicBezTo>
                <a:lnTo>
                  <a:pt x="3600" y="20618"/>
                </a:lnTo>
                <a:cubicBezTo>
                  <a:pt x="2605" y="20618"/>
                  <a:pt x="1800" y="20179"/>
                  <a:pt x="1800" y="19636"/>
                </a:cubicBezTo>
                <a:lnTo>
                  <a:pt x="1800" y="18655"/>
                </a:lnTo>
                <a:lnTo>
                  <a:pt x="19800" y="18655"/>
                </a:lnTo>
                <a:cubicBezTo>
                  <a:pt x="19800" y="18655"/>
                  <a:pt x="19800" y="19636"/>
                  <a:pt x="19800" y="19636"/>
                </a:cubicBezTo>
                <a:close/>
                <a:moveTo>
                  <a:pt x="18000" y="0"/>
                </a:moveTo>
                <a:lnTo>
                  <a:pt x="3600" y="0"/>
                </a:lnTo>
                <a:cubicBezTo>
                  <a:pt x="1612" y="0"/>
                  <a:pt x="0" y="879"/>
                  <a:pt x="0" y="1964"/>
                </a:cubicBezTo>
                <a:lnTo>
                  <a:pt x="0" y="19636"/>
                </a:lnTo>
                <a:cubicBezTo>
                  <a:pt x="0" y="20721"/>
                  <a:pt x="1612" y="21600"/>
                  <a:pt x="3600" y="21600"/>
                </a:cubicBezTo>
                <a:lnTo>
                  <a:pt x="18000" y="21600"/>
                </a:lnTo>
                <a:cubicBezTo>
                  <a:pt x="19988" y="21600"/>
                  <a:pt x="21600" y="20721"/>
                  <a:pt x="21600" y="19636"/>
                </a:cubicBezTo>
                <a:lnTo>
                  <a:pt x="21600" y="1964"/>
                </a:lnTo>
                <a:cubicBezTo>
                  <a:pt x="21600" y="879"/>
                  <a:pt x="19988" y="0"/>
                  <a:pt x="18000" y="0"/>
                </a:cubicBezTo>
                <a:moveTo>
                  <a:pt x="10800" y="20127"/>
                </a:moveTo>
                <a:cubicBezTo>
                  <a:pt x="11297" y="20127"/>
                  <a:pt x="11700" y="19908"/>
                  <a:pt x="11700" y="19636"/>
                </a:cubicBezTo>
                <a:cubicBezTo>
                  <a:pt x="11700" y="19366"/>
                  <a:pt x="11297" y="19145"/>
                  <a:pt x="10800" y="19145"/>
                </a:cubicBezTo>
                <a:cubicBezTo>
                  <a:pt x="10303" y="19145"/>
                  <a:pt x="9900" y="19366"/>
                  <a:pt x="9900" y="19636"/>
                </a:cubicBezTo>
                <a:cubicBezTo>
                  <a:pt x="9900" y="19908"/>
                  <a:pt x="10303" y="20127"/>
                  <a:pt x="10800" y="20127"/>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5" name="Google Shape;145;p22"/>
          <p:cNvSpPr/>
          <p:nvPr/>
        </p:nvSpPr>
        <p:spPr>
          <a:xfrm>
            <a:off x="4844204" y="3245959"/>
            <a:ext cx="194156" cy="141205"/>
          </a:xfrm>
          <a:custGeom>
            <a:avLst/>
            <a:gdLst/>
            <a:ahLst/>
            <a:cxnLst/>
            <a:rect l="l" t="t"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6" name="Google Shape;146;p22"/>
          <p:cNvSpPr/>
          <p:nvPr/>
        </p:nvSpPr>
        <p:spPr>
          <a:xfrm>
            <a:off x="4853787" y="3487561"/>
            <a:ext cx="174989" cy="174989"/>
          </a:xfrm>
          <a:custGeom>
            <a:avLst/>
            <a:gdLst/>
            <a:ahLst/>
            <a:cxnLst/>
            <a:rect l="l" t="t"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chemeClr val="accent2"/>
          </a:solidFill>
          <a:ln>
            <a:noFill/>
          </a:ln>
        </p:spPr>
        <p:txBody>
          <a:bodyPr spcFirstLastPara="1" wrap="square" lIns="28575" tIns="28575" rIns="28575" bIns="285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sp>
        <p:nvSpPr>
          <p:cNvPr id="147" name="Google Shape;147;p22"/>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48" name="Google Shape;148;p22"/>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149" name="Google Shape;149;p22"/>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cxnSp>
        <p:nvCxnSpPr>
          <p:cNvPr id="150" name="Google Shape;150;p22"/>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151" name="Google Shape;151;p22"/>
          <p:cNvSpPr>
            <a:spLocks noGrp="1"/>
          </p:cNvSpPr>
          <p:nvPr>
            <p:ph type="pic" idx="5"/>
          </p:nvPr>
        </p:nvSpPr>
        <p:spPr>
          <a:xfrm>
            <a:off x="1262549" y="645708"/>
            <a:ext cx="3321392" cy="3852817"/>
          </a:xfrm>
          <a:prstGeom prst="rect">
            <a:avLst/>
          </a:prstGeom>
          <a:noFill/>
          <a:ln>
            <a:noFill/>
          </a:ln>
        </p:spPr>
      </p:sp>
      <p:sp>
        <p:nvSpPr>
          <p:cNvPr id="152" name="Google Shape;152;p22" title="Titre"/>
          <p:cNvSpPr txBox="1">
            <a:spLocks noGrp="1"/>
          </p:cNvSpPr>
          <p:nvPr>
            <p:ph type="ctrTitle"/>
          </p:nvPr>
        </p:nvSpPr>
        <p:spPr>
          <a:xfrm>
            <a:off x="4781791" y="1365767"/>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153"/>
        <p:cNvGrpSpPr/>
        <p:nvPr/>
      </p:nvGrpSpPr>
      <p:grpSpPr>
        <a:xfrm>
          <a:off x="0" y="0"/>
          <a:ext cx="0" cy="0"/>
          <a:chOff x="0" y="0"/>
          <a:chExt cx="0" cy="0"/>
        </a:xfrm>
      </p:grpSpPr>
      <p:sp>
        <p:nvSpPr>
          <p:cNvPr id="154" name="Google Shape;154;p23"/>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55" name="Google Shape;155;p23"/>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156" name="Google Shape;156;p23"/>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157" name="Google Shape;157;p23" title="Titre"/>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200"/>
              <a:buFont typeface="Calibri"/>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58" name="Google Shape;158;p23" title="Sous-titre"/>
          <p:cNvSpPr txBox="1">
            <a:spLocks noGrp="1"/>
          </p:cNvSpPr>
          <p:nvPr>
            <p:ph type="subTitle" idx="1"/>
          </p:nvPr>
        </p:nvSpPr>
        <p:spPr>
          <a:xfrm>
            <a:off x="4781411" y="2730749"/>
            <a:ext cx="3640754" cy="94318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rgbClr val="2E7A40"/>
              </a:buClr>
              <a:buSzPts val="1800"/>
              <a:buFont typeface="Arial"/>
              <a:buNone/>
              <a:defRPr sz="1800" b="0" i="0" u="none" strike="noStrike" cap="none">
                <a:solidFill>
                  <a:schemeClr val="accent6"/>
                </a:solidFill>
                <a:latin typeface="Calibri"/>
                <a:ea typeface="Calibri"/>
                <a:cs typeface="Calibri"/>
                <a:sym typeface="Calibri"/>
              </a:defRPr>
            </a:lvl1pPr>
            <a:lvl2pPr marR="0" lvl="1" algn="ctr"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400"/>
              </a:spcBef>
              <a:spcAft>
                <a:spcPts val="0"/>
              </a:spcAft>
              <a:buClr>
                <a:srgbClr val="2E7A40"/>
              </a:buClr>
              <a:buSzPts val="1400"/>
              <a:buFont typeface="Arial"/>
              <a:buNone/>
              <a:defRPr sz="1400" b="0" i="0" u="none" strike="noStrike" cap="none">
                <a:solidFill>
                  <a:schemeClr val="dk1"/>
                </a:solidFill>
                <a:latin typeface="Calibri"/>
                <a:ea typeface="Calibri"/>
                <a:cs typeface="Calibri"/>
                <a:sym typeface="Calibri"/>
              </a:defRPr>
            </a:lvl3pPr>
            <a:lvl4pPr marR="0" lvl="3"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400"/>
              </a:spcBef>
              <a:spcAft>
                <a:spcPts val="0"/>
              </a:spcAft>
              <a:buClr>
                <a:srgbClr val="2E7A40"/>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cxnSp>
        <p:nvCxnSpPr>
          <p:cNvPr id="159" name="Google Shape;159;p23"/>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En-tête de section">
  <p:cSld name="En-tête de section">
    <p:spTree>
      <p:nvGrpSpPr>
        <p:cNvPr id="1" name="Shape 160"/>
        <p:cNvGrpSpPr/>
        <p:nvPr/>
      </p:nvGrpSpPr>
      <p:grpSpPr>
        <a:xfrm>
          <a:off x="0" y="0"/>
          <a:ext cx="0" cy="0"/>
          <a:chOff x="0" y="0"/>
          <a:chExt cx="0" cy="0"/>
        </a:xfrm>
      </p:grpSpPr>
      <p:sp>
        <p:nvSpPr>
          <p:cNvPr id="161" name="Google Shape;161;p24"/>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62" name="Google Shape;162;p24"/>
          <p:cNvSpPr/>
          <p:nvPr/>
        </p:nvSpPr>
        <p:spPr>
          <a:xfrm rot="-1641210">
            <a:off x="-477993" y="2691132"/>
            <a:ext cx="2895122" cy="1310214"/>
          </a:xfrm>
          <a:prstGeom prst="parallelogram">
            <a:avLst>
              <a:gd name="adj" fmla="val 53218"/>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63" name="Google Shape;163;p24"/>
          <p:cNvCxnSpPr/>
          <p:nvPr/>
        </p:nvCxnSpPr>
        <p:spPr>
          <a:xfrm rot="10800000" flipH="1">
            <a:off x="0" y="757568"/>
            <a:ext cx="1338943" cy="680629"/>
          </a:xfrm>
          <a:prstGeom prst="straightConnector1">
            <a:avLst/>
          </a:prstGeom>
          <a:noFill/>
          <a:ln w="9525" cap="flat" cmpd="sng">
            <a:solidFill>
              <a:srgbClr val="A5A5A5"/>
            </a:solidFill>
            <a:prstDash val="solid"/>
            <a:miter lim="800000"/>
            <a:headEnd type="none" w="sm" len="sm"/>
            <a:tailEnd type="none" w="sm" len="sm"/>
          </a:ln>
        </p:spPr>
      </p:cxnSp>
      <p:sp>
        <p:nvSpPr>
          <p:cNvPr id="164" name="Google Shape;164;p24" title="Titre"/>
          <p:cNvSpPr txBox="1">
            <a:spLocks noGrp="1"/>
          </p:cNvSpPr>
          <p:nvPr>
            <p:ph type="title"/>
          </p:nvPr>
        </p:nvSpPr>
        <p:spPr>
          <a:xfrm>
            <a:off x="4712882" y="1490565"/>
            <a:ext cx="3683725" cy="1342391"/>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000"/>
              <a:buFont typeface="Calibri"/>
              <a:buNone/>
              <a:defRPr sz="3000" b="1">
                <a:solidFill>
                  <a:schemeClr val="accent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65" name="Google Shape;165;p24" title="Sous-titre"/>
          <p:cNvSpPr txBox="1">
            <a:spLocks noGrp="1"/>
          </p:cNvSpPr>
          <p:nvPr>
            <p:ph type="body" idx="1"/>
          </p:nvPr>
        </p:nvSpPr>
        <p:spPr>
          <a:xfrm>
            <a:off x="4712882" y="2844035"/>
            <a:ext cx="3683725" cy="682935"/>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rgbClr val="909090"/>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0" i="0" u="none" strike="noStrike" cap="none">
                <a:solidFill>
                  <a:srgbClr val="909090"/>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0" i="0" u="none" strike="noStrike" cap="none">
                <a:solidFill>
                  <a:srgbClr val="909090"/>
                </a:solidFill>
                <a:latin typeface="Calibri"/>
                <a:ea typeface="Calibri"/>
                <a:cs typeface="Calibri"/>
                <a:sym typeface="Calibri"/>
              </a:defRPr>
            </a:lvl5pPr>
            <a:lvl6pPr marL="2743200" marR="0" lvl="5"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6pPr>
            <a:lvl7pPr marL="3200400" marR="0" lvl="6"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7pPr>
            <a:lvl8pPr marL="3657600" marR="0" lvl="7"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8pPr>
            <a:lvl9pPr marL="4114800" marR="0" lvl="8" indent="-228600" algn="l" rtl="0">
              <a:lnSpc>
                <a:spcPct val="90000"/>
              </a:lnSpc>
              <a:spcBef>
                <a:spcPts val="400"/>
              </a:spcBef>
              <a:spcAft>
                <a:spcPts val="0"/>
              </a:spcAft>
              <a:buClr>
                <a:srgbClr val="909090"/>
              </a:buClr>
              <a:buSzPts val="1200"/>
              <a:buFont typeface="Arial"/>
              <a:buNone/>
              <a:defRPr sz="1200" b="0" i="0" u="none" strike="noStrike" cap="none">
                <a:solidFill>
                  <a:srgbClr val="909090"/>
                </a:solidFill>
                <a:latin typeface="Calibri"/>
                <a:ea typeface="Calibri"/>
                <a:cs typeface="Calibri"/>
                <a:sym typeface="Calibri"/>
              </a:defRPr>
            </a:lvl9pPr>
          </a:lstStyle>
          <a:p>
            <a:endParaRPr/>
          </a:p>
        </p:txBody>
      </p:sp>
      <p:cxnSp>
        <p:nvCxnSpPr>
          <p:cNvPr id="166" name="Google Shape;166;p24"/>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167" name="Google Shape;167;p24"/>
          <p:cNvSpPr/>
          <p:nvPr/>
        </p:nvSpPr>
        <p:spPr>
          <a:xfrm>
            <a:off x="5815584" y="0"/>
            <a:ext cx="1693926" cy="557114"/>
          </a:xfrm>
          <a:prstGeom prst="parallelogram">
            <a:avLst>
              <a:gd name="adj" fmla="val 195850"/>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168" name="Google Shape;168;p24"/>
          <p:cNvCxnSpPr/>
          <p:nvPr/>
        </p:nvCxnSpPr>
        <p:spPr>
          <a:xfrm rot="10800000" flipH="1">
            <a:off x="0" y="306422"/>
            <a:ext cx="4946515" cy="2552361"/>
          </a:xfrm>
          <a:prstGeom prst="straightConnector1">
            <a:avLst/>
          </a:prstGeom>
          <a:noFill/>
          <a:ln w="9525" cap="flat" cmpd="sng">
            <a:solidFill>
              <a:srgbClr val="A5A5A5"/>
            </a:solidFill>
            <a:prstDash val="solid"/>
            <a:miter lim="800000"/>
            <a:headEnd type="none" w="sm" len="sm"/>
            <a:tailEnd type="none" w="sm" len="sm"/>
          </a:ln>
        </p:spPr>
      </p:cxnSp>
      <p:cxnSp>
        <p:nvCxnSpPr>
          <p:cNvPr id="169" name="Google Shape;169;p24"/>
          <p:cNvCxnSpPr/>
          <p:nvPr/>
        </p:nvCxnSpPr>
        <p:spPr>
          <a:xfrm rot="10800000" flipH="1">
            <a:off x="-13378" y="3950208"/>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170" name="Google Shape;170;p24"/>
          <p:cNvSpPr/>
          <p:nvPr/>
        </p:nvSpPr>
        <p:spPr>
          <a:xfrm rot="-1641210">
            <a:off x="-104276" y="2555284"/>
            <a:ext cx="1078799" cy="177435"/>
          </a:xfrm>
          <a:prstGeom prst="parallelogram">
            <a:avLst>
              <a:gd name="adj" fmla="val 53218"/>
            </a:avLst>
          </a:prstGeom>
          <a:solidFill>
            <a:schemeClr val="l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37">
          <p15:clr>
            <a:srgbClr val="FBAE40"/>
          </p15:clr>
        </p15:guide>
        <p15:guide id="2" pos="2880">
          <p15:clr>
            <a:srgbClr val="FBAE40"/>
          </p15:clr>
        </p15:guide>
        <p15:guide id="3" pos="107">
          <p15:clr>
            <a:srgbClr val="FBAE40"/>
          </p15:clr>
        </p15:guide>
        <p15:guide id="4" orient="horz" pos="3127">
          <p15:clr>
            <a:srgbClr val="FBAE40"/>
          </p15:clr>
        </p15:guide>
        <p15:guide id="5" pos="5653">
          <p15:clr>
            <a:srgbClr val="FBAE40"/>
          </p15:clr>
        </p15:guide>
        <p15:guide id="6" orient="horz" pos="10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re et contenu">
  <p:cSld name="Titre et contenu">
    <p:spTree>
      <p:nvGrpSpPr>
        <p:cNvPr id="1" name="Shape 171"/>
        <p:cNvGrpSpPr/>
        <p:nvPr/>
      </p:nvGrpSpPr>
      <p:grpSpPr>
        <a:xfrm>
          <a:off x="0" y="0"/>
          <a:ext cx="0" cy="0"/>
          <a:chOff x="0" y="0"/>
          <a:chExt cx="0" cy="0"/>
        </a:xfrm>
      </p:grpSpPr>
      <p:cxnSp>
        <p:nvCxnSpPr>
          <p:cNvPr id="172" name="Google Shape;172;p25"/>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73" name="Google Shape;173;p25"/>
          <p:cNvGrpSpPr/>
          <p:nvPr/>
        </p:nvGrpSpPr>
        <p:grpSpPr>
          <a:xfrm flipH="1">
            <a:off x="5670996" y="0"/>
            <a:ext cx="3572983" cy="2655755"/>
            <a:chOff x="-124265" y="-2"/>
            <a:chExt cx="4763978" cy="3367272"/>
          </a:xfrm>
        </p:grpSpPr>
        <p:sp>
          <p:nvSpPr>
            <p:cNvPr id="174" name="Google Shape;174;p25"/>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75" name="Google Shape;175;p25"/>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76" name="Google Shape;176;p25"/>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77" name="Google Shape;177;p25"/>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178" name="Google Shape;178;p25"/>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79" name="Google Shape;179;p25"/>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0" name="Google Shape;180;p25"/>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81" name="Google Shape;181;p25"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2" name="Google Shape;182;p25"/>
          <p:cNvSpPr txBox="1">
            <a:spLocks noGrp="1"/>
          </p:cNvSpPr>
          <p:nvPr>
            <p:ph type="body" idx="1"/>
          </p:nvPr>
        </p:nvSpPr>
        <p:spPr>
          <a:xfrm>
            <a:off x="389008" y="1253943"/>
            <a:ext cx="8126342" cy="337877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eux contenus">
  <p:cSld name="Deux contenus">
    <p:spTree>
      <p:nvGrpSpPr>
        <p:cNvPr id="1" name="Shape 183"/>
        <p:cNvGrpSpPr/>
        <p:nvPr/>
      </p:nvGrpSpPr>
      <p:grpSpPr>
        <a:xfrm>
          <a:off x="0" y="0"/>
          <a:ext cx="0" cy="0"/>
          <a:chOff x="0" y="0"/>
          <a:chExt cx="0" cy="0"/>
        </a:xfrm>
      </p:grpSpPr>
      <p:cxnSp>
        <p:nvCxnSpPr>
          <p:cNvPr id="184" name="Google Shape;184;p26"/>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85" name="Google Shape;185;p26"/>
          <p:cNvGrpSpPr/>
          <p:nvPr/>
        </p:nvGrpSpPr>
        <p:grpSpPr>
          <a:xfrm flipH="1">
            <a:off x="5670996" y="0"/>
            <a:ext cx="3572983" cy="2655755"/>
            <a:chOff x="-124265" y="-2"/>
            <a:chExt cx="4763978" cy="3367272"/>
          </a:xfrm>
        </p:grpSpPr>
        <p:sp>
          <p:nvSpPr>
            <p:cNvPr id="186" name="Google Shape;186;p26"/>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187" name="Google Shape;187;p26"/>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188" name="Google Shape;188;p26"/>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189" name="Google Shape;189;p26"/>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190" name="Google Shape;190;p26"/>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91" name="Google Shape;191;p26"/>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2" name="Google Shape;192;p26"/>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193" name="Google Shape;193;p26"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4" name="Google Shape;194;p26"/>
          <p:cNvSpPr txBox="1">
            <a:spLocks noGrp="1"/>
          </p:cNvSpPr>
          <p:nvPr>
            <p:ph type="body" idx="1"/>
          </p:nvPr>
        </p:nvSpPr>
        <p:spPr>
          <a:xfrm>
            <a:off x="397265" y="1238283"/>
            <a:ext cx="3886200" cy="339443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95" name="Google Shape;195;p26"/>
          <p:cNvSpPr txBox="1">
            <a:spLocks noGrp="1"/>
          </p:cNvSpPr>
          <p:nvPr>
            <p:ph type="body" idx="2"/>
          </p:nvPr>
        </p:nvSpPr>
        <p:spPr>
          <a:xfrm>
            <a:off x="4629150" y="1238283"/>
            <a:ext cx="3886200" cy="3394439"/>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aison">
  <p:cSld name="Comparaison">
    <p:spTree>
      <p:nvGrpSpPr>
        <p:cNvPr id="1" name="Shape 196"/>
        <p:cNvGrpSpPr/>
        <p:nvPr/>
      </p:nvGrpSpPr>
      <p:grpSpPr>
        <a:xfrm>
          <a:off x="0" y="0"/>
          <a:ext cx="0" cy="0"/>
          <a:chOff x="0" y="0"/>
          <a:chExt cx="0" cy="0"/>
        </a:xfrm>
      </p:grpSpPr>
      <p:cxnSp>
        <p:nvCxnSpPr>
          <p:cNvPr id="197" name="Google Shape;197;p27"/>
          <p:cNvCxnSpPr/>
          <p:nvPr/>
        </p:nvCxnSpPr>
        <p:spPr>
          <a:xfrm rot="10800000">
            <a:off x="-6935" y="2725475"/>
            <a:ext cx="1434464" cy="1179742"/>
          </a:xfrm>
          <a:prstGeom prst="straightConnector1">
            <a:avLst/>
          </a:prstGeom>
          <a:noFill/>
          <a:ln w="9525" cap="flat" cmpd="sng">
            <a:solidFill>
              <a:schemeClr val="accent2"/>
            </a:solidFill>
            <a:prstDash val="solid"/>
            <a:miter lim="800000"/>
            <a:headEnd type="none" w="sm" len="sm"/>
            <a:tailEnd type="none" w="sm" len="sm"/>
          </a:ln>
        </p:spPr>
      </p:cxnSp>
      <p:grpSp>
        <p:nvGrpSpPr>
          <p:cNvPr id="198" name="Google Shape;198;p27"/>
          <p:cNvGrpSpPr/>
          <p:nvPr/>
        </p:nvGrpSpPr>
        <p:grpSpPr>
          <a:xfrm flipH="1">
            <a:off x="5670996" y="0"/>
            <a:ext cx="3572983" cy="2655755"/>
            <a:chOff x="-124265" y="-2"/>
            <a:chExt cx="4763978" cy="3367272"/>
          </a:xfrm>
        </p:grpSpPr>
        <p:sp>
          <p:nvSpPr>
            <p:cNvPr id="199" name="Google Shape;199;p27"/>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00" name="Google Shape;200;p27"/>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01" name="Google Shape;201;p27"/>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02" name="Google Shape;202;p27"/>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6"/>
                </a:solidFill>
                <a:latin typeface="Arial Black"/>
                <a:ea typeface="Arial Black"/>
                <a:cs typeface="Arial Black"/>
                <a:sym typeface="Arial Black"/>
              </a:rPr>
              <a:t>FR</a:t>
            </a:r>
            <a:endParaRPr sz="1100"/>
          </a:p>
        </p:txBody>
      </p:sp>
      <p:sp>
        <p:nvSpPr>
          <p:cNvPr id="203" name="Google Shape;203;p27"/>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04" name="Google Shape;204;p27"/>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5" name="Google Shape;205;p27"/>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
        <p:nvSpPr>
          <p:cNvPr id="206" name="Google Shape;206;p27" title="Titre "/>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7" name="Google Shape;207;p27"/>
          <p:cNvSpPr txBox="1">
            <a:spLocks noGrp="1"/>
          </p:cNvSpPr>
          <p:nvPr>
            <p:ph type="body" idx="1"/>
          </p:nvPr>
        </p:nvSpPr>
        <p:spPr>
          <a:xfrm>
            <a:off x="389008" y="1260872"/>
            <a:ext cx="4036876" cy="6179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1" i="0" u="none" strike="noStrike" cap="none">
                <a:solidFill>
                  <a:schemeClr val="accent6"/>
                </a:solidFill>
                <a:latin typeface="Calibri"/>
                <a:ea typeface="Calibri"/>
                <a:cs typeface="Calibri"/>
                <a:sym typeface="Calibri"/>
              </a:defRPr>
            </a:lvl1pPr>
            <a:lvl2pPr marL="914400" marR="0" lvl="1" indent="-323850" algn="l" rtl="0">
              <a:lnSpc>
                <a:spcPct val="90000"/>
              </a:lnSpc>
              <a:spcBef>
                <a:spcPts val="400"/>
              </a:spcBef>
              <a:spcAft>
                <a:spcPts val="0"/>
              </a:spcAft>
              <a:buClr>
                <a:srgbClr val="2E7A40"/>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08" name="Google Shape;208;p27"/>
          <p:cNvSpPr txBox="1">
            <a:spLocks noGrp="1"/>
          </p:cNvSpPr>
          <p:nvPr>
            <p:ph type="body" idx="2"/>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90000"/>
              </a:lnSpc>
              <a:spcBef>
                <a:spcPts val="800"/>
              </a:spcBef>
              <a:spcAft>
                <a:spcPts val="0"/>
              </a:spcAft>
              <a:buClr>
                <a:srgbClr val="2E7A40"/>
              </a:buClr>
              <a:buSzPts val="1800"/>
              <a:buFont typeface="Arial"/>
              <a:buNone/>
              <a:defRPr sz="1800" b="1"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209" name="Google Shape;209;p27"/>
          <p:cNvSpPr txBox="1">
            <a:spLocks noGrp="1"/>
          </p:cNvSpPr>
          <p:nvPr>
            <p:ph type="body" idx="3"/>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10" name="Google Shape;210;p27"/>
          <p:cNvSpPr txBox="1">
            <a:spLocks noGrp="1"/>
          </p:cNvSpPr>
          <p:nvPr>
            <p:ph type="body" idx="4"/>
          </p:nvPr>
        </p:nvSpPr>
        <p:spPr>
          <a:xfrm>
            <a:off x="389008" y="1878806"/>
            <a:ext cx="4043812" cy="2763441"/>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567">
          <p15:clr>
            <a:srgbClr val="FBAE40"/>
          </p15:clr>
        </p15:guide>
        <p15:guide id="5" orient="horz" pos="583">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u avec légende">
  <p:cSld name="Contenu avec légende">
    <p:spTree>
      <p:nvGrpSpPr>
        <p:cNvPr id="1" name="Shape 211"/>
        <p:cNvGrpSpPr/>
        <p:nvPr/>
      </p:nvGrpSpPr>
      <p:grpSpPr>
        <a:xfrm>
          <a:off x="0" y="0"/>
          <a:ext cx="0" cy="0"/>
          <a:chOff x="0" y="0"/>
          <a:chExt cx="0" cy="0"/>
        </a:xfrm>
      </p:grpSpPr>
      <p:sp>
        <p:nvSpPr>
          <p:cNvPr id="212" name="Google Shape;212;p28"/>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213" name="Google Shape;213;p28"/>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214" name="Google Shape;214;p28"/>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215" name="Google Shape;215;p28" title="Titre"/>
          <p:cNvSpPr txBox="1">
            <a:spLocks noGrp="1"/>
          </p:cNvSpPr>
          <p:nvPr>
            <p:ph type="ctrTitle"/>
          </p:nvPr>
        </p:nvSpPr>
        <p:spPr>
          <a:xfrm>
            <a:off x="539377" y="3280527"/>
            <a:ext cx="3983637" cy="995273"/>
          </a:xfrm>
          <a:prstGeom prst="rect">
            <a:avLst/>
          </a:prstGeom>
          <a:noFill/>
          <a:ln>
            <a:noFill/>
          </a:ln>
        </p:spPr>
        <p:txBody>
          <a:bodyPr spcFirstLastPara="1" wrap="square" lIns="68575" tIns="34275" rIns="68575" bIns="0" anchor="b" anchorCtr="0">
            <a:normAutofit/>
          </a:bodyPr>
          <a:lstStyle>
            <a:lvl1pPr lvl="0" algn="r">
              <a:lnSpc>
                <a:spcPct val="90000"/>
              </a:lnSpc>
              <a:spcBef>
                <a:spcPts val="0"/>
              </a:spcBef>
              <a:spcAft>
                <a:spcPts val="0"/>
              </a:spcAft>
              <a:buClr>
                <a:schemeClr val="accent1"/>
              </a:buClr>
              <a:buSzPts val="3200"/>
              <a:buFont typeface="Arial"/>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216" name="Google Shape;216;p28"/>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217" name="Google Shape;217;p28"/>
          <p:cNvSpPr txBox="1">
            <a:spLocks noGrp="1"/>
          </p:cNvSpPr>
          <p:nvPr>
            <p:ph type="body" idx="1"/>
          </p:nvPr>
        </p:nvSpPr>
        <p:spPr>
          <a:xfrm>
            <a:off x="539377" y="4275802"/>
            <a:ext cx="3983637" cy="698629"/>
          </a:xfrm>
          <a:prstGeom prst="rect">
            <a:avLst/>
          </a:prstGeom>
          <a:noFill/>
          <a:ln>
            <a:noFill/>
          </a:ln>
        </p:spPr>
        <p:txBody>
          <a:bodyPr spcFirstLastPara="1" wrap="square" lIns="68575" tIns="34275" rIns="68575" bIns="34275" anchor="t" anchorCtr="0">
            <a:noAutofit/>
          </a:bodyPr>
          <a:lstStyle>
            <a:lvl1pPr marL="457200" marR="0" lvl="0" indent="-228600" algn="r" rtl="0">
              <a:lnSpc>
                <a:spcPct val="90000"/>
              </a:lnSpc>
              <a:spcBef>
                <a:spcPts val="800"/>
              </a:spcBef>
              <a:spcAft>
                <a:spcPts val="0"/>
              </a:spcAft>
              <a:buClr>
                <a:srgbClr val="2E7A40"/>
              </a:buClr>
              <a:buSzPts val="1200"/>
              <a:buFont typeface="Arial"/>
              <a:buNone/>
              <a:defRPr sz="12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218" name="Google Shape;218;p28"/>
          <p:cNvSpPr txBox="1">
            <a:spLocks noGrp="1"/>
          </p:cNvSpPr>
          <p:nvPr>
            <p:ph type="body" idx="2"/>
          </p:nvPr>
        </p:nvSpPr>
        <p:spPr>
          <a:xfrm>
            <a:off x="4620987" y="1718035"/>
            <a:ext cx="4352754" cy="3256397"/>
          </a:xfrm>
          <a:prstGeom prst="rect">
            <a:avLst/>
          </a:prstGeom>
          <a:noFill/>
          <a:ln>
            <a:noFill/>
          </a:ln>
        </p:spPr>
        <p:txBody>
          <a:bodyPr spcFirstLastPara="1" wrap="square" lIns="68575" tIns="34275" rIns="68575" bIns="34275" anchor="t" anchorCtr="0">
            <a:noAutofit/>
          </a:bodyPr>
          <a:lstStyle>
            <a:lvl1pPr marL="457200" marR="0" lvl="0" indent="-342900" algn="l" rtl="0">
              <a:lnSpc>
                <a:spcPct val="90000"/>
              </a:lnSpc>
              <a:spcBef>
                <a:spcPts val="800"/>
              </a:spcBef>
              <a:spcAft>
                <a:spcPts val="0"/>
              </a:spcAft>
              <a:buClr>
                <a:schemeClr val="accent2"/>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23850" algn="l" rtl="0">
              <a:lnSpc>
                <a:spcPct val="90000"/>
              </a:lnSpc>
              <a:spcBef>
                <a:spcPts val="400"/>
              </a:spcBef>
              <a:spcAft>
                <a:spcPts val="0"/>
              </a:spcAft>
              <a:buClr>
                <a:schemeClr val="accent2"/>
              </a:buClr>
              <a:buSzPts val="1500"/>
              <a:buFont typeface="Arial"/>
              <a:buChar char="•"/>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chemeClr val="accent2"/>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Image avec légende">
  <p:cSld name="Image avec légende">
    <p:spTree>
      <p:nvGrpSpPr>
        <p:cNvPr id="1" name="Shape 219"/>
        <p:cNvGrpSpPr/>
        <p:nvPr/>
      </p:nvGrpSpPr>
      <p:grpSpPr>
        <a:xfrm>
          <a:off x="0" y="0"/>
          <a:ext cx="0" cy="0"/>
          <a:chOff x="0" y="0"/>
          <a:chExt cx="0" cy="0"/>
        </a:xfrm>
      </p:grpSpPr>
      <p:sp>
        <p:nvSpPr>
          <p:cNvPr id="220" name="Google Shape;220;p29"/>
          <p:cNvSpPr/>
          <p:nvPr/>
        </p:nvSpPr>
        <p:spPr>
          <a:xfrm rot="10800000" flipH="1">
            <a:off x="0" y="-4"/>
            <a:ext cx="7968996" cy="4053083"/>
          </a:xfrm>
          <a:prstGeom prst="rtTriangle">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cxnSp>
        <p:nvCxnSpPr>
          <p:cNvPr id="221" name="Google Shape;221;p29"/>
          <p:cNvCxnSpPr/>
          <p:nvPr/>
        </p:nvCxnSpPr>
        <p:spPr>
          <a:xfrm rot="10800000" flipH="1">
            <a:off x="0" y="0"/>
            <a:ext cx="4523015" cy="2253342"/>
          </a:xfrm>
          <a:prstGeom prst="straightConnector1">
            <a:avLst/>
          </a:prstGeom>
          <a:noFill/>
          <a:ln w="9525" cap="flat" cmpd="sng">
            <a:solidFill>
              <a:srgbClr val="A5A5A5"/>
            </a:solidFill>
            <a:prstDash val="solid"/>
            <a:miter lim="800000"/>
            <a:headEnd type="none" w="sm" len="sm"/>
            <a:tailEnd type="none" w="sm" len="sm"/>
          </a:ln>
        </p:spPr>
      </p:cxnSp>
      <p:cxnSp>
        <p:nvCxnSpPr>
          <p:cNvPr id="222" name="Google Shape;222;p29"/>
          <p:cNvCxnSpPr/>
          <p:nvPr/>
        </p:nvCxnSpPr>
        <p:spPr>
          <a:xfrm rot="10800000" flipH="1">
            <a:off x="6753226" y="2943224"/>
            <a:ext cx="2390775" cy="1266825"/>
          </a:xfrm>
          <a:prstGeom prst="straightConnector1">
            <a:avLst/>
          </a:prstGeom>
          <a:noFill/>
          <a:ln w="9525" cap="flat" cmpd="sng">
            <a:solidFill>
              <a:schemeClr val="accent2"/>
            </a:solidFill>
            <a:prstDash val="solid"/>
            <a:miter lim="800000"/>
            <a:headEnd type="none" w="sm" len="sm"/>
            <a:tailEnd type="none" w="sm" len="sm"/>
          </a:ln>
        </p:spPr>
      </p:cxnSp>
      <p:sp>
        <p:nvSpPr>
          <p:cNvPr id="223" name="Google Shape;223;p29" title="Titre"/>
          <p:cNvSpPr txBox="1">
            <a:spLocks noGrp="1"/>
          </p:cNvSpPr>
          <p:nvPr>
            <p:ph type="ctrTitle"/>
          </p:nvPr>
        </p:nvSpPr>
        <p:spPr>
          <a:xfrm>
            <a:off x="539377" y="3280527"/>
            <a:ext cx="3983637" cy="995273"/>
          </a:xfrm>
          <a:prstGeom prst="rect">
            <a:avLst/>
          </a:prstGeom>
          <a:noFill/>
          <a:ln>
            <a:noFill/>
          </a:ln>
        </p:spPr>
        <p:txBody>
          <a:bodyPr spcFirstLastPara="1" wrap="square" lIns="68575" tIns="34275" rIns="68575" bIns="0" anchor="b" anchorCtr="0">
            <a:normAutofit/>
          </a:bodyPr>
          <a:lstStyle>
            <a:lvl1pPr lvl="0" algn="r">
              <a:lnSpc>
                <a:spcPct val="90000"/>
              </a:lnSpc>
              <a:spcBef>
                <a:spcPts val="0"/>
              </a:spcBef>
              <a:spcAft>
                <a:spcPts val="0"/>
              </a:spcAft>
              <a:buClr>
                <a:schemeClr val="accent1"/>
              </a:buClr>
              <a:buSzPts val="3200"/>
              <a:buFont typeface="Arial"/>
              <a:buNone/>
              <a:defRPr sz="32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224" name="Google Shape;224;p29"/>
          <p:cNvCxnSpPr/>
          <p:nvPr/>
        </p:nvCxnSpPr>
        <p:spPr>
          <a:xfrm rot="10800000" flipH="1">
            <a:off x="-13378" y="3525012"/>
            <a:ext cx="1439842" cy="750790"/>
          </a:xfrm>
          <a:prstGeom prst="straightConnector1">
            <a:avLst/>
          </a:prstGeom>
          <a:noFill/>
          <a:ln w="9525" cap="flat" cmpd="sng">
            <a:solidFill>
              <a:schemeClr val="accent1"/>
            </a:solidFill>
            <a:prstDash val="solid"/>
            <a:miter lim="800000"/>
            <a:headEnd type="none" w="sm" len="sm"/>
            <a:tailEnd type="none" w="sm" len="sm"/>
          </a:ln>
        </p:spPr>
      </p:cxnSp>
      <p:sp>
        <p:nvSpPr>
          <p:cNvPr id="225" name="Google Shape;225;p29"/>
          <p:cNvSpPr txBox="1">
            <a:spLocks noGrp="1"/>
          </p:cNvSpPr>
          <p:nvPr>
            <p:ph type="body" idx="1"/>
          </p:nvPr>
        </p:nvSpPr>
        <p:spPr>
          <a:xfrm>
            <a:off x="539377" y="4275802"/>
            <a:ext cx="3983637" cy="698629"/>
          </a:xfrm>
          <a:prstGeom prst="rect">
            <a:avLst/>
          </a:prstGeom>
          <a:noFill/>
          <a:ln>
            <a:noFill/>
          </a:ln>
        </p:spPr>
        <p:txBody>
          <a:bodyPr spcFirstLastPara="1" wrap="square" lIns="68575" tIns="34275" rIns="68575" bIns="34275" anchor="t" anchorCtr="0">
            <a:noAutofit/>
          </a:bodyPr>
          <a:lstStyle>
            <a:lvl1pPr marL="457200" marR="0" lvl="0" indent="-228600" algn="r" rtl="0">
              <a:lnSpc>
                <a:spcPct val="90000"/>
              </a:lnSpc>
              <a:spcBef>
                <a:spcPts val="800"/>
              </a:spcBef>
              <a:spcAft>
                <a:spcPts val="0"/>
              </a:spcAft>
              <a:buClr>
                <a:srgbClr val="2E7A40"/>
              </a:buClr>
              <a:buSzPts val="1200"/>
              <a:buFont typeface="Arial"/>
              <a:buNone/>
              <a:defRPr sz="12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rgbClr val="2E7A40"/>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rgbClr val="2E7A40"/>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226" name="Google Shape;226;p29"/>
          <p:cNvSpPr>
            <a:spLocks noGrp="1"/>
          </p:cNvSpPr>
          <p:nvPr>
            <p:ph type="pic" idx="2"/>
          </p:nvPr>
        </p:nvSpPr>
        <p:spPr>
          <a:xfrm>
            <a:off x="4687477" y="1703895"/>
            <a:ext cx="4286263" cy="3270535"/>
          </a:xfrm>
          <a:prstGeom prst="rect">
            <a:avLst/>
          </a:prstGeom>
          <a:noFill/>
          <a:ln>
            <a:noFill/>
          </a:ln>
        </p:spPr>
      </p:sp>
    </p:spTree>
  </p:cSld>
  <p:clrMapOvr>
    <a:masterClrMapping/>
  </p:clrMapOvr>
  <p:extLst>
    <p:ext uri="{DCECCB84-F9BA-43D5-87BE-67443E8EF086}">
      <p15:sldGuideLst xmlns:p15="http://schemas.microsoft.com/office/powerpoint/2012/main">
        <p15:guide id="1" orient="horz" pos="1620">
          <p15:clr>
            <a:srgbClr val="FBAE40"/>
          </p15:clr>
        </p15:guide>
        <p15:guide id="2" pos="5653">
          <p15:clr>
            <a:srgbClr val="FBAE40"/>
          </p15:clr>
        </p15:guide>
        <p15:guide id="3" pos="103">
          <p15:clr>
            <a:srgbClr val="FBAE40"/>
          </p15:clr>
        </p15:guide>
        <p15:guide id="4" orient="horz" pos="3133">
          <p15:clr>
            <a:srgbClr val="FBAE40"/>
          </p15:clr>
        </p15:guide>
        <p15:guide id="5" orient="horz" pos="107">
          <p15:clr>
            <a:srgbClr val="FBAE40"/>
          </p15:clr>
        </p15:guide>
        <p15:guide id="6" pos="1843">
          <p15:clr>
            <a:srgbClr val="FBAE40"/>
          </p15:clr>
        </p15:guide>
        <p15:guide id="7" pos="32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Vide">
  <p:cSld name="Vide">
    <p:spTree>
      <p:nvGrpSpPr>
        <p:cNvPr id="1" name="Shape 227"/>
        <p:cNvGrpSpPr/>
        <p:nvPr/>
      </p:nvGrpSpPr>
      <p:grpSpPr>
        <a:xfrm>
          <a:off x="0" y="0"/>
          <a:ext cx="0" cy="0"/>
          <a:chOff x="0" y="0"/>
          <a:chExt cx="0" cy="0"/>
        </a:xfrm>
      </p:grpSpPr>
      <p:sp>
        <p:nvSpPr>
          <p:cNvPr id="228" name="Google Shape;228;p30"/>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1"/>
                </a:solidFill>
                <a:latin typeface="Arial Black"/>
                <a:ea typeface="Arial Black"/>
                <a:cs typeface="Arial Black"/>
                <a:sym typeface="Arial Black"/>
              </a:rPr>
              <a:t>FR</a:t>
            </a:r>
            <a:endParaRPr sz="1100"/>
          </a:p>
        </p:txBody>
      </p:sp>
      <p:grpSp>
        <p:nvGrpSpPr>
          <p:cNvPr id="229" name="Google Shape;229;p30"/>
          <p:cNvGrpSpPr/>
          <p:nvPr/>
        </p:nvGrpSpPr>
        <p:grpSpPr>
          <a:xfrm flipH="1">
            <a:off x="5670996" y="0"/>
            <a:ext cx="3572983" cy="2655755"/>
            <a:chOff x="-124265" y="-2"/>
            <a:chExt cx="4763978" cy="3367272"/>
          </a:xfrm>
        </p:grpSpPr>
        <p:sp>
          <p:nvSpPr>
            <p:cNvPr id="230" name="Google Shape;230;p30"/>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31" name="Google Shape;231;p30"/>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32" name="Google Shape;232;p30"/>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33" name="Google Shape;233;p30"/>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34" name="Google Shape;234;p30"/>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5" name="Google Shape;235;p30"/>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re uniquement">
  <p:cSld name="Titre uniquement">
    <p:spTree>
      <p:nvGrpSpPr>
        <p:cNvPr id="1" name="Shape 236"/>
        <p:cNvGrpSpPr/>
        <p:nvPr/>
      </p:nvGrpSpPr>
      <p:grpSpPr>
        <a:xfrm>
          <a:off x="0" y="0"/>
          <a:ext cx="0" cy="0"/>
          <a:chOff x="0" y="0"/>
          <a:chExt cx="0" cy="0"/>
        </a:xfrm>
      </p:grpSpPr>
      <p:sp>
        <p:nvSpPr>
          <p:cNvPr id="237" name="Google Shape;237;p31"/>
          <p:cNvSpPr txBox="1"/>
          <p:nvPr/>
        </p:nvSpPr>
        <p:spPr>
          <a:xfrm>
            <a:off x="8304284" y="176799"/>
            <a:ext cx="610985" cy="46166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 sz="2600" b="1" i="0" u="none" strike="noStrike" cap="none">
                <a:solidFill>
                  <a:schemeClr val="accent1"/>
                </a:solidFill>
                <a:latin typeface="Arial Black"/>
                <a:ea typeface="Arial Black"/>
                <a:cs typeface="Arial Black"/>
                <a:sym typeface="Arial Black"/>
              </a:rPr>
              <a:t>FR</a:t>
            </a:r>
            <a:endParaRPr sz="1100"/>
          </a:p>
        </p:txBody>
      </p:sp>
      <p:grpSp>
        <p:nvGrpSpPr>
          <p:cNvPr id="238" name="Google Shape;238;p31"/>
          <p:cNvGrpSpPr/>
          <p:nvPr/>
        </p:nvGrpSpPr>
        <p:grpSpPr>
          <a:xfrm flipH="1">
            <a:off x="5670996" y="0"/>
            <a:ext cx="3572983" cy="2655755"/>
            <a:chOff x="-124265" y="-2"/>
            <a:chExt cx="4763978" cy="3367272"/>
          </a:xfrm>
        </p:grpSpPr>
        <p:sp>
          <p:nvSpPr>
            <p:cNvPr id="239" name="Google Shape;239;p31"/>
            <p:cNvSpPr/>
            <p:nvPr/>
          </p:nvSpPr>
          <p:spPr>
            <a:xfrm>
              <a:off x="0" y="-1"/>
              <a:ext cx="4639713" cy="3367271"/>
            </a:xfrm>
            <a:prstGeom prst="diagStripe">
              <a:avLst>
                <a:gd name="adj" fmla="val 51202"/>
              </a:avLst>
            </a:prstGeom>
            <a:solidFill>
              <a:schemeClr val="dk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cxnSp>
          <p:nvCxnSpPr>
            <p:cNvPr id="240" name="Google Shape;240;p31"/>
            <p:cNvCxnSpPr/>
            <p:nvPr/>
          </p:nvCxnSpPr>
          <p:spPr>
            <a:xfrm rot="10800000" flipH="1">
              <a:off x="1433638" y="-2"/>
              <a:ext cx="1240971" cy="916595"/>
            </a:xfrm>
            <a:prstGeom prst="straightConnector1">
              <a:avLst/>
            </a:prstGeom>
            <a:noFill/>
            <a:ln w="9525" cap="flat" cmpd="sng">
              <a:solidFill>
                <a:srgbClr val="BFBFBF"/>
              </a:solidFill>
              <a:prstDash val="solid"/>
              <a:miter lim="800000"/>
              <a:headEnd type="none" w="sm" len="sm"/>
              <a:tailEnd type="none" w="sm" len="sm"/>
            </a:ln>
          </p:spPr>
        </p:cxnSp>
        <p:sp>
          <p:nvSpPr>
            <p:cNvPr id="241" name="Google Shape;241;p31"/>
            <p:cNvSpPr/>
            <p:nvPr/>
          </p:nvSpPr>
          <p:spPr>
            <a:xfrm rot="-2178838">
              <a:off x="-192127" y="1140864"/>
              <a:ext cx="1354398" cy="214994"/>
            </a:xfrm>
            <a:prstGeom prst="parallelogram">
              <a:avLst>
                <a:gd name="adj" fmla="val 72003"/>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grpSp>
      <p:sp>
        <p:nvSpPr>
          <p:cNvPr id="242" name="Google Shape;242;p31"/>
          <p:cNvSpPr/>
          <p:nvPr/>
        </p:nvSpPr>
        <p:spPr>
          <a:xfrm flipH="1">
            <a:off x="5009931" y="1"/>
            <a:ext cx="1085850" cy="479298"/>
          </a:xfrm>
          <a:prstGeom prst="parallelogram">
            <a:avLst>
              <a:gd name="adj" fmla="val 135617"/>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3" name="Google Shape;243;p31" title="Titre "/>
          <p:cNvSpPr txBox="1">
            <a:spLocks noGrp="1"/>
          </p:cNvSpPr>
          <p:nvPr>
            <p:ph type="title"/>
          </p:nvPr>
        </p:nvSpPr>
        <p:spPr>
          <a:xfrm>
            <a:off x="389008" y="156771"/>
            <a:ext cx="6249917" cy="911674"/>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3300"/>
              <a:buFont typeface="Calibri"/>
              <a:buNone/>
              <a:defRPr sz="3300" b="1">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44" name="Google Shape;244;p31"/>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5" name="Google Shape;245;p31"/>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extLst>
    <p:ext uri="{DCECCB84-F9BA-43D5-87BE-67443E8EF086}">
      <p15:sldGuideLst xmlns:p15="http://schemas.microsoft.com/office/powerpoint/2012/main">
        <p15:guide id="1" orient="horz" pos="107">
          <p15:clr>
            <a:srgbClr val="FBAE40"/>
          </p15:clr>
        </p15:guide>
        <p15:guide id="2" pos="2880">
          <p15:clr>
            <a:srgbClr val="FBAE40"/>
          </p15:clr>
        </p15:guide>
        <p15:guide id="3" pos="58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isposition personnalisée">
  <p:cSld name="Disposition personnalisée">
    <p:spTree>
      <p:nvGrpSpPr>
        <p:cNvPr id="1" name="Shape 246"/>
        <p:cNvGrpSpPr/>
        <p:nvPr/>
      </p:nvGrpSpPr>
      <p:grpSpPr>
        <a:xfrm>
          <a:off x="0" y="0"/>
          <a:ext cx="0" cy="0"/>
          <a:chOff x="0" y="0"/>
          <a:chExt cx="0" cy="0"/>
        </a:xfrm>
      </p:grpSpPr>
      <p:sp>
        <p:nvSpPr>
          <p:cNvPr id="247" name="Google Shape;247;p32"/>
          <p:cNvSpPr txBox="1">
            <a:spLocks noGrp="1"/>
          </p:cNvSpPr>
          <p:nvPr>
            <p:ph type="title"/>
          </p:nvPr>
        </p:nvSpPr>
        <p:spPr>
          <a:xfrm>
            <a:off x="389008" y="156772"/>
            <a:ext cx="8126342" cy="860976"/>
          </a:xfrm>
          <a:prstGeom prst="rect">
            <a:avLst/>
          </a:prstGeom>
          <a:noFill/>
          <a:ln>
            <a:noFill/>
          </a:ln>
        </p:spPr>
        <p:txBody>
          <a:bodyPr spcFirstLastPara="1" wrap="square" lIns="68575" tIns="34275" rIns="68575" bIns="0" anchor="b" anchorCtr="0">
            <a:normAutofit/>
          </a:bodyPr>
          <a:lstStyle>
            <a:lvl1pPr lvl="0" algn="l">
              <a:lnSpc>
                <a:spcPct val="90000"/>
              </a:lnSpc>
              <a:spcBef>
                <a:spcPts val="0"/>
              </a:spcBef>
              <a:spcAft>
                <a:spcPts val="0"/>
              </a:spcAft>
              <a:buClr>
                <a:schemeClr val="accen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chemeClr val="lt2"/>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2" name="Google Shape;52;p13"/>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chemeClr val="lt2"/>
                </a:solidFill>
                <a:latin typeface="Calibri"/>
                <a:ea typeface="Calibri"/>
                <a:cs typeface="Calibri"/>
                <a:sym typeface="Calibri"/>
              </a:defRPr>
            </a:lvl1pPr>
            <a:lvl2pPr marL="0" marR="0" lvl="1" indent="0" algn="r" rtl="0">
              <a:spcBef>
                <a:spcPts val="0"/>
              </a:spcBef>
              <a:buNone/>
              <a:defRPr sz="900" b="0" i="0" u="none" strike="noStrike" cap="none">
                <a:solidFill>
                  <a:schemeClr val="lt2"/>
                </a:solidFill>
                <a:latin typeface="Calibri"/>
                <a:ea typeface="Calibri"/>
                <a:cs typeface="Calibri"/>
                <a:sym typeface="Calibri"/>
              </a:defRPr>
            </a:lvl2pPr>
            <a:lvl3pPr marL="0" marR="0" lvl="2" indent="0" algn="r" rtl="0">
              <a:spcBef>
                <a:spcPts val="0"/>
              </a:spcBef>
              <a:buNone/>
              <a:defRPr sz="900" b="0" i="0" u="none" strike="noStrike" cap="none">
                <a:solidFill>
                  <a:schemeClr val="lt2"/>
                </a:solidFill>
                <a:latin typeface="Calibri"/>
                <a:ea typeface="Calibri"/>
                <a:cs typeface="Calibri"/>
                <a:sym typeface="Calibri"/>
              </a:defRPr>
            </a:lvl3pPr>
            <a:lvl4pPr marL="0" marR="0" lvl="3" indent="0" algn="r" rtl="0">
              <a:spcBef>
                <a:spcPts val="0"/>
              </a:spcBef>
              <a:buNone/>
              <a:defRPr sz="900" b="0" i="0" u="none" strike="noStrike" cap="none">
                <a:solidFill>
                  <a:schemeClr val="lt2"/>
                </a:solidFill>
                <a:latin typeface="Calibri"/>
                <a:ea typeface="Calibri"/>
                <a:cs typeface="Calibri"/>
                <a:sym typeface="Calibri"/>
              </a:defRPr>
            </a:lvl4pPr>
            <a:lvl5pPr marL="0" marR="0" lvl="4" indent="0" algn="r" rtl="0">
              <a:spcBef>
                <a:spcPts val="0"/>
              </a:spcBef>
              <a:buNone/>
              <a:defRPr sz="900" b="0" i="0" u="none" strike="noStrike" cap="none">
                <a:solidFill>
                  <a:schemeClr val="lt2"/>
                </a:solidFill>
                <a:latin typeface="Calibri"/>
                <a:ea typeface="Calibri"/>
                <a:cs typeface="Calibri"/>
                <a:sym typeface="Calibri"/>
              </a:defRPr>
            </a:lvl5pPr>
            <a:lvl6pPr marL="0" marR="0" lvl="5" indent="0" algn="r" rtl="0">
              <a:spcBef>
                <a:spcPts val="0"/>
              </a:spcBef>
              <a:buNone/>
              <a:defRPr sz="900" b="0" i="0" u="none" strike="noStrike" cap="none">
                <a:solidFill>
                  <a:schemeClr val="lt2"/>
                </a:solidFill>
                <a:latin typeface="Calibri"/>
                <a:ea typeface="Calibri"/>
                <a:cs typeface="Calibri"/>
                <a:sym typeface="Calibri"/>
              </a:defRPr>
            </a:lvl6pPr>
            <a:lvl7pPr marL="0" marR="0" lvl="6" indent="0" algn="r" rtl="0">
              <a:spcBef>
                <a:spcPts val="0"/>
              </a:spcBef>
              <a:buNone/>
              <a:defRPr sz="900" b="0" i="0" u="none" strike="noStrike" cap="none">
                <a:solidFill>
                  <a:schemeClr val="lt2"/>
                </a:solidFill>
                <a:latin typeface="Calibri"/>
                <a:ea typeface="Calibri"/>
                <a:cs typeface="Calibri"/>
                <a:sym typeface="Calibri"/>
              </a:defRPr>
            </a:lvl7pPr>
            <a:lvl8pPr marL="0" marR="0" lvl="7" indent="0" algn="r" rtl="0">
              <a:spcBef>
                <a:spcPts val="0"/>
              </a:spcBef>
              <a:buNone/>
              <a:defRPr sz="900" b="0" i="0" u="none" strike="noStrike" cap="none">
                <a:solidFill>
                  <a:schemeClr val="lt2"/>
                </a:solidFill>
                <a:latin typeface="Calibri"/>
                <a:ea typeface="Calibri"/>
                <a:cs typeface="Calibri"/>
                <a:sym typeface="Calibri"/>
              </a:defRPr>
            </a:lvl8pPr>
            <a:lvl9pPr marL="0" marR="0" lvl="8" indent="0" algn="r" rtl="0">
              <a:spcBef>
                <a:spcPts val="0"/>
              </a:spcBef>
              <a:buNone/>
              <a:defRPr sz="9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
              <a:t>‹N°›</a:t>
            </a:fld>
            <a:endParaRPr/>
          </a:p>
        </p:txBody>
      </p:sp>
      <p:sp>
        <p:nvSpPr>
          <p:cNvPr id="53" name="Google Shape;53;p13"/>
          <p:cNvSpPr txBox="1">
            <a:spLocks noGrp="1"/>
          </p:cNvSpPr>
          <p:nvPr>
            <p:ph type="title"/>
          </p:nvPr>
        </p:nvSpPr>
        <p:spPr>
          <a:xfrm>
            <a:off x="389008" y="156772"/>
            <a:ext cx="8126342" cy="860976"/>
          </a:xfrm>
          <a:prstGeom prst="rect">
            <a:avLst/>
          </a:prstGeom>
          <a:noFill/>
          <a:ln>
            <a:noFill/>
          </a:ln>
        </p:spPr>
        <p:txBody>
          <a:bodyPr spcFirstLastPara="1" wrap="square" lIns="68575" tIns="34275" rIns="68575" bIns="0" anchor="b" anchorCtr="0">
            <a:normAutofit/>
          </a:bodyPr>
          <a:lstStyle>
            <a:lvl1pPr marR="0" lvl="0" algn="l" rtl="0">
              <a:lnSpc>
                <a:spcPct val="90000"/>
              </a:lnSpc>
              <a:spcBef>
                <a:spcPts val="0"/>
              </a:spcBef>
              <a:spcAft>
                <a:spcPts val="0"/>
              </a:spcAft>
              <a:buClr>
                <a:schemeClr val="accent1"/>
              </a:buClr>
              <a:buSzPts val="3300"/>
              <a:buFont typeface="Calibri"/>
              <a:buNone/>
              <a:defRPr sz="3300" b="1" i="0" u="none" strike="noStrike" cap="none">
                <a:solidFill>
                  <a:schemeClr val="accent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6.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6.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6.xml"/><Relationship Id="rId5" Type="http://schemas.openxmlformats.org/officeDocument/2006/relationships/image" Target="../media/image24.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6.xml"/><Relationship Id="rId5" Type="http://schemas.openxmlformats.org/officeDocument/2006/relationships/image" Target="../media/image16.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openxmlformats.org/officeDocument/2006/relationships/image" Target="../media/image16.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33"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254" name="Google Shape;254;p33"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55" name="Google Shape;255;p33"/>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a:t>Création et utilisation de la base de données</a:t>
            </a:r>
            <a:endParaRPr/>
          </a:p>
        </p:txBody>
      </p:sp>
      <p:sp>
        <p:nvSpPr>
          <p:cNvPr id="256" name="Google Shape;256;p33"/>
          <p:cNvSpPr txBox="1">
            <a:spLocks noGrp="1"/>
          </p:cNvSpPr>
          <p:nvPr>
            <p:ph type="subTitle" idx="1"/>
          </p:nvPr>
        </p:nvSpPr>
        <p:spPr>
          <a:xfrm>
            <a:off x="4781411" y="2730749"/>
            <a:ext cx="3640754" cy="94318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800"/>
              <a:buNone/>
            </a:pPr>
            <a:r>
              <a:rPr lang="fr"/>
              <a:t>Olivia BERNARD</a:t>
            </a:r>
            <a:endParaRPr dirty="0"/>
          </a:p>
        </p:txBody>
      </p:sp>
      <p:pic>
        <p:nvPicPr>
          <p:cNvPr id="257" name="Google Shape;257;p33"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a:stretch/>
        </p:blipFill>
        <p:spPr>
          <a:xfrm>
            <a:off x="4840217" y="3713672"/>
            <a:ext cx="4303784" cy="1429828"/>
          </a:xfrm>
          <a:prstGeom prst="rect">
            <a:avLst/>
          </a:prstGeom>
          <a:noFill/>
          <a:ln>
            <a:noFill/>
          </a:ln>
        </p:spPr>
      </p:pic>
      <p:pic>
        <p:nvPicPr>
          <p:cNvPr id="258" name="Google Shape;258;p33" descr="https://lh5.googleusercontent.com/TcdnvzxQ7ulQo8GiFwfIKujloK6EfAJv7ikP-EvnfdTVQnROS3WXw6XSx9Cpd73e_l7GCUAnbxroB-qlzG2fvYdCyl-Y5QZ95MpiD-GfDN-4taJyHRqsr3vOZzc3ONTBu52b0HIdUOMeHvdHiA_5tD0"/>
          <p:cNvPicPr preferRelativeResize="0"/>
          <p:nvPr/>
        </p:nvPicPr>
        <p:blipFill rotWithShape="1">
          <a:blip r:embed="rId5">
            <a:alphaModFix/>
          </a:blip>
          <a:srcRect l="11387" t="12667" r="63940" b="13973"/>
          <a:stretch/>
        </p:blipFill>
        <p:spPr>
          <a:xfrm>
            <a:off x="1979722" y="1607746"/>
            <a:ext cx="1801842" cy="17798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4"/>
          <p:cNvSpPr txBox="1">
            <a:spLocks noGrp="1"/>
          </p:cNvSpPr>
          <p:nvPr>
            <p:ph type="title"/>
          </p:nvPr>
        </p:nvSpPr>
        <p:spPr>
          <a:xfrm>
            <a:off x="398533" y="981363"/>
            <a:ext cx="5506967" cy="911674"/>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 dirty="0"/>
              <a:t>Contexte du projet</a:t>
            </a:r>
            <a:endParaRPr dirty="0"/>
          </a:p>
        </p:txBody>
      </p:sp>
      <p:sp>
        <p:nvSpPr>
          <p:cNvPr id="266" name="Google Shape;266;p34"/>
          <p:cNvSpPr txBox="1">
            <a:spLocks noGrp="1"/>
          </p:cNvSpPr>
          <p:nvPr>
            <p:ph type="body" idx="2"/>
          </p:nvPr>
        </p:nvSpPr>
        <p:spPr>
          <a:xfrm>
            <a:off x="398534" y="1922608"/>
            <a:ext cx="5506973"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dirty="0"/>
              <a:t>Un réseau national d'agences immobilières </a:t>
            </a:r>
          </a:p>
          <a:p>
            <a:pPr marL="0" lvl="0" indent="0" algn="l" rtl="0">
              <a:lnSpc>
                <a:spcPct val="90000"/>
              </a:lnSpc>
              <a:spcBef>
                <a:spcPts val="0"/>
              </a:spcBef>
              <a:spcAft>
                <a:spcPts val="0"/>
              </a:spcAft>
              <a:buSzPts val="1500"/>
              <a:buNone/>
            </a:pPr>
            <a:r>
              <a:rPr lang="fr-FR" dirty="0"/>
              <a:t>qui souhaite optimiser ses décisions commerciales.</a:t>
            </a:r>
            <a:endParaRPr dirty="0"/>
          </a:p>
        </p:txBody>
      </p:sp>
      <p:pic>
        <p:nvPicPr>
          <p:cNvPr id="268" name="Google Shape;268;p34" title="Horizon"/>
          <p:cNvPicPr preferRelativeResize="0">
            <a:picLocks noGrp="1"/>
          </p:cNvPicPr>
          <p:nvPr>
            <p:ph type="pic" idx="3"/>
          </p:nvPr>
        </p:nvPicPr>
        <p:blipFill rotWithShape="1">
          <a:blip r:embed="rId3">
            <a:alphaModFix/>
          </a:blip>
          <a:srcRect l="23312" r="23313"/>
          <a:stretch/>
        </p:blipFill>
        <p:spPr>
          <a:xfrm>
            <a:off x="4953000" y="0"/>
            <a:ext cx="4191000" cy="5154187"/>
          </a:xfrm>
          <a:prstGeom prst="rect">
            <a:avLst/>
          </a:prstGeom>
          <a:solidFill>
            <a:srgbClr val="D8D8D8"/>
          </a:solidFill>
          <a:ln>
            <a:noFill/>
          </a:ln>
        </p:spPr>
      </p:pic>
      <p:sp>
        <p:nvSpPr>
          <p:cNvPr id="269" name="Google Shape;269;p34"/>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270" name="Google Shape;270;p34"/>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2</a:t>
            </a:fld>
            <a:endParaRPr/>
          </a:p>
        </p:txBody>
      </p:sp>
      <p:sp>
        <p:nvSpPr>
          <p:cNvPr id="3" name="Espace réservé du texte 2">
            <a:extLst>
              <a:ext uri="{FF2B5EF4-FFF2-40B4-BE49-F238E27FC236}">
                <a16:creationId xmlns:a16="http://schemas.microsoft.com/office/drawing/2014/main" id="{45F6ED42-3675-E112-B9C3-A74E1173C595}"/>
              </a:ext>
            </a:extLst>
          </p:cNvPr>
          <p:cNvSpPr>
            <a:spLocks noGrp="1" noChangeArrowheads="1"/>
          </p:cNvSpPr>
          <p:nvPr>
            <p:ph type="body" idx="1"/>
          </p:nvPr>
        </p:nvSpPr>
        <p:spPr bwMode="auto">
          <a:xfrm>
            <a:off x="585841" y="2530605"/>
            <a:ext cx="398615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Problématique :</a:t>
            </a:r>
            <a:r>
              <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Comment Laplace </a:t>
            </a:r>
            <a:r>
              <a:rPr kumimoji="0" lang="fr-FR" altLang="fr-FR" sz="12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Immo</a:t>
            </a:r>
            <a:r>
              <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peut-elle mieux prévoir le prix de vente des biens immobiliers ?</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fr-FR" altLang="fr-FR" sz="1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Objectif :</a:t>
            </a:r>
            <a:r>
              <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Analyser les transactions pour identifier les tendances de prix, les biens les plus rentables, et les régions les plus dynamiques.</a:t>
            </a:r>
          </a:p>
          <a:p>
            <a:pPr marL="0" marR="0" lvl="0" indent="0" algn="l" defTabSz="914400" rtl="0" eaLnBrk="0" fontAlgn="base" latinLnBrk="0" hangingPunct="0">
              <a:lnSpc>
                <a:spcPct val="100000"/>
              </a:lnSpc>
              <a:spcBef>
                <a:spcPct val="0"/>
              </a:spcBef>
              <a:spcAft>
                <a:spcPct val="0"/>
              </a:spcAft>
              <a:buClrTx/>
              <a:buSzTx/>
              <a:buNone/>
              <a:tabLst/>
            </a:pPr>
            <a:endPar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fr-FR" altLang="fr-FR" sz="1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Rôle :</a:t>
            </a:r>
            <a:r>
              <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En tant que Data </a:t>
            </a:r>
            <a:r>
              <a:rPr kumimoji="0" lang="fr-FR" altLang="fr-FR" sz="12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Analyst</a:t>
            </a:r>
            <a:r>
              <a:rPr kumimoji="0" lang="fr-FR" altLang="fr-FR"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j'ai conçu une base de données relationnelle pour centraliser les informations et faciliter l'analyse.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 b="0" dirty="0"/>
              <a:t>Les données initiales</a:t>
            </a:r>
            <a:endParaRPr b="0" dirty="0"/>
          </a:p>
        </p:txBody>
      </p:sp>
      <p:sp>
        <p:nvSpPr>
          <p:cNvPr id="286" name="Google Shape;286;p36"/>
          <p:cNvSpPr txBox="1">
            <a:spLocks noGrp="1"/>
          </p:cNvSpPr>
          <p:nvPr>
            <p:ph type="body" idx="2"/>
          </p:nvPr>
        </p:nvSpPr>
        <p:spPr>
          <a:xfrm>
            <a:off x="525434" y="1245457"/>
            <a:ext cx="6978592" cy="3035914"/>
          </a:xfrm>
          <a:prstGeom prst="rect">
            <a:avLst/>
          </a:prstGeom>
          <a:noFill/>
          <a:ln>
            <a:noFill/>
          </a:ln>
        </p:spPr>
        <p:txBody>
          <a:bodyPr spcFirstLastPara="1" wrap="square" lIns="68575" tIns="34275" rIns="68575" bIns="34275" anchor="t" anchorCtr="0">
            <a:normAutofit/>
          </a:bodyPr>
          <a:lstStyle/>
          <a:p>
            <a:pPr>
              <a:buNone/>
            </a:pPr>
            <a:r>
              <a:rPr lang="fr-FR" sz="1400" b="1" dirty="0"/>
              <a:t>4 sources de données pour analyser les transactions immobilières :</a:t>
            </a:r>
          </a:p>
          <a:p>
            <a:pPr>
              <a:buNone/>
            </a:pPr>
            <a:endParaRPr lang="fr-FR" dirty="0"/>
          </a:p>
          <a:p>
            <a:pPr>
              <a:buFont typeface="Arial" panose="020B0604020202020204" pitchFamily="34" charset="0"/>
              <a:buChar char="•"/>
            </a:pPr>
            <a:r>
              <a:rPr lang="fr-FR" sz="1200" b="1" dirty="0"/>
              <a:t>Ventes :</a:t>
            </a:r>
            <a:r>
              <a:rPr lang="fr-FR" sz="1200" dirty="0"/>
              <a:t> Transactions foncières (date, valeur, type de bien).</a:t>
            </a:r>
          </a:p>
          <a:p>
            <a:pPr>
              <a:buFont typeface="Arial" panose="020B0604020202020204" pitchFamily="34" charset="0"/>
              <a:buChar char="•"/>
            </a:pPr>
            <a:r>
              <a:rPr lang="fr-FR" sz="1200" b="1" dirty="0"/>
              <a:t>Bien :</a:t>
            </a:r>
            <a:r>
              <a:rPr lang="fr-FR" sz="1200" dirty="0"/>
              <a:t> Caractéristiques des biens (surface, type, nombre de pièces).</a:t>
            </a:r>
          </a:p>
          <a:p>
            <a:pPr>
              <a:buFont typeface="Arial" panose="020B0604020202020204" pitchFamily="34" charset="0"/>
              <a:buChar char="•"/>
            </a:pPr>
            <a:r>
              <a:rPr lang="fr-FR" sz="1200" b="1" dirty="0"/>
              <a:t>Commune :</a:t>
            </a:r>
            <a:r>
              <a:rPr lang="fr-FR" sz="1200" dirty="0"/>
              <a:t> Informations géographiques (code département, population).</a:t>
            </a:r>
          </a:p>
          <a:p>
            <a:pPr>
              <a:buFont typeface="Arial" panose="020B0604020202020204" pitchFamily="34" charset="0"/>
              <a:buChar char="•"/>
            </a:pPr>
            <a:r>
              <a:rPr lang="fr-FR" sz="1200" b="1" dirty="0"/>
              <a:t>Région :</a:t>
            </a:r>
            <a:r>
              <a:rPr lang="fr-FR" sz="1200" dirty="0"/>
              <a:t> Noms et codes des régions.</a:t>
            </a:r>
          </a:p>
          <a:p>
            <a:pPr marL="0" lvl="0" indent="0" algn="l" rtl="0">
              <a:lnSpc>
                <a:spcPct val="90000"/>
              </a:lnSpc>
              <a:spcBef>
                <a:spcPts val="0"/>
              </a:spcBef>
              <a:spcAft>
                <a:spcPts val="0"/>
              </a:spcAft>
              <a:buSzPts val="1800"/>
              <a:buNone/>
            </a:pPr>
            <a:endParaRPr dirty="0"/>
          </a:p>
        </p:txBody>
      </p:sp>
      <p:sp>
        <p:nvSpPr>
          <p:cNvPr id="287" name="Google Shape;287;p36"/>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288" name="Google Shape;288;p36"/>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3</a:t>
            </a:fld>
            <a:endParaRPr sz="900" b="0" i="0" u="none" strike="noStrike" cap="none">
              <a:solidFill>
                <a:srgbClr val="9E9E9E"/>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7"/>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b="0"/>
              <a:t>L’extrait du dictionnaire des données</a:t>
            </a:r>
            <a:endParaRPr b="0"/>
          </a:p>
        </p:txBody>
      </p:sp>
      <p:sp>
        <p:nvSpPr>
          <p:cNvPr id="297" name="Google Shape;297;p37"/>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4</a:t>
            </a:fld>
            <a:endParaRPr sz="900" b="0" i="0" u="none" strike="noStrike" cap="none">
              <a:solidFill>
                <a:srgbClr val="9E9E9E"/>
              </a:solidFill>
              <a:latin typeface="Calibri"/>
              <a:ea typeface="Calibri"/>
              <a:cs typeface="Calibri"/>
              <a:sym typeface="Calibri"/>
            </a:endParaRPr>
          </a:p>
        </p:txBody>
      </p:sp>
      <p:pic>
        <p:nvPicPr>
          <p:cNvPr id="3" name="Image 2">
            <a:extLst>
              <a:ext uri="{FF2B5EF4-FFF2-40B4-BE49-F238E27FC236}">
                <a16:creationId xmlns:a16="http://schemas.microsoft.com/office/drawing/2014/main" id="{93A723A6-7F2B-9073-3D95-7D03BA09E68D}"/>
              </a:ext>
            </a:extLst>
          </p:cNvPr>
          <p:cNvPicPr>
            <a:picLocks noChangeAspect="1"/>
          </p:cNvPicPr>
          <p:nvPr/>
        </p:nvPicPr>
        <p:blipFill>
          <a:blip r:embed="rId3"/>
          <a:stretch>
            <a:fillRect/>
          </a:stretch>
        </p:blipFill>
        <p:spPr>
          <a:xfrm>
            <a:off x="0" y="1330453"/>
            <a:ext cx="9144000" cy="27906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pic>
        <p:nvPicPr>
          <p:cNvPr id="5" name="Image 4" descr="Une image contenant texte, capture d’écran, Police, diagramme&#10;&#10;Le contenu généré par l’IA peut être incorrect.">
            <a:extLst>
              <a:ext uri="{FF2B5EF4-FFF2-40B4-BE49-F238E27FC236}">
                <a16:creationId xmlns:a16="http://schemas.microsoft.com/office/drawing/2014/main" id="{CA510A12-A6B4-554A-8B61-5BFA1FE0BD8A}"/>
              </a:ext>
            </a:extLst>
          </p:cNvPr>
          <p:cNvPicPr>
            <a:picLocks noChangeAspect="1"/>
          </p:cNvPicPr>
          <p:nvPr/>
        </p:nvPicPr>
        <p:blipFill>
          <a:blip r:embed="rId3"/>
          <a:stretch>
            <a:fillRect/>
          </a:stretch>
        </p:blipFill>
        <p:spPr>
          <a:xfrm>
            <a:off x="1271766" y="1611763"/>
            <a:ext cx="5962650" cy="2943225"/>
          </a:xfrm>
          <a:prstGeom prst="rect">
            <a:avLst/>
          </a:prstGeom>
        </p:spPr>
      </p:pic>
      <p:sp>
        <p:nvSpPr>
          <p:cNvPr id="303" name="Google Shape;303;p38"/>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b="0"/>
              <a:t>Le schéma relationnel normalisé</a:t>
            </a:r>
            <a:endParaRPr b="0"/>
          </a:p>
        </p:txBody>
      </p:sp>
      <p:sp>
        <p:nvSpPr>
          <p:cNvPr id="304" name="Google Shape;304;p38"/>
          <p:cNvSpPr txBox="1">
            <a:spLocks noGrp="1"/>
          </p:cNvSpPr>
          <p:nvPr>
            <p:ph type="body" idx="2"/>
          </p:nvPr>
        </p:nvSpPr>
        <p:spPr>
          <a:xfrm>
            <a:off x="389008" y="1028420"/>
            <a:ext cx="7728166" cy="673284"/>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SzPts val="1800"/>
              <a:buNone/>
            </a:pPr>
            <a:r>
              <a:rPr lang="fr-FR" sz="1600" dirty="0"/>
              <a:t>Schéma relationnel - Une structure conforme à la norme 3NF</a:t>
            </a:r>
            <a:endParaRPr sz="1600" dirty="0"/>
          </a:p>
        </p:txBody>
      </p:sp>
      <p:sp>
        <p:nvSpPr>
          <p:cNvPr id="305" name="Google Shape;305;p38"/>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06" name="Google Shape;306;p38"/>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5</a:t>
            </a:fld>
            <a:endParaRPr sz="900" b="0" i="0" u="none" strike="noStrike" cap="none">
              <a:solidFill>
                <a:srgbClr val="9E9E9E"/>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9"/>
          <p:cNvSpPr txBox="1">
            <a:spLocks noGrp="1"/>
          </p:cNvSpPr>
          <p:nvPr>
            <p:ph type="title"/>
          </p:nvPr>
        </p:nvSpPr>
        <p:spPr>
          <a:xfrm>
            <a:off x="390523" y="595630"/>
            <a:ext cx="4689794" cy="860977"/>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b="0" dirty="0"/>
              <a:t>La base de données avec les tables créées et les données chargées</a:t>
            </a:r>
            <a:endParaRPr b="0" dirty="0"/>
          </a:p>
        </p:txBody>
      </p:sp>
      <p:sp>
        <p:nvSpPr>
          <p:cNvPr id="314" name="Google Shape;314;p39"/>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315" name="Google Shape;315;p39"/>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6</a:t>
            </a:fld>
            <a:endParaRPr sz="900" b="0" i="0" u="none" strike="noStrike" cap="none">
              <a:solidFill>
                <a:srgbClr val="9E9E9E"/>
              </a:solidFill>
              <a:latin typeface="Calibri"/>
              <a:ea typeface="Calibri"/>
              <a:cs typeface="Calibri"/>
              <a:sym typeface="Calibri"/>
            </a:endParaRPr>
          </a:p>
        </p:txBody>
      </p:sp>
      <p:sp>
        <p:nvSpPr>
          <p:cNvPr id="3" name="Espace réservé du texte 2">
            <a:extLst>
              <a:ext uri="{FF2B5EF4-FFF2-40B4-BE49-F238E27FC236}">
                <a16:creationId xmlns:a16="http://schemas.microsoft.com/office/drawing/2014/main" id="{71BEEF06-2A65-0E27-594C-20202264D795}"/>
              </a:ext>
            </a:extLst>
          </p:cNvPr>
          <p:cNvSpPr>
            <a:spLocks noGrp="1" noChangeArrowheads="1"/>
          </p:cNvSpPr>
          <p:nvPr>
            <p:ph type="body" idx="2"/>
          </p:nvPr>
        </p:nvSpPr>
        <p:spPr bwMode="auto">
          <a:xfrm>
            <a:off x="390523" y="1711007"/>
            <a:ext cx="629210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fr-FR" sz="1400" b="1" dirty="0"/>
              <a:t>Chargement des données - Une méthodologie rigoureuse</a:t>
            </a: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Préparation des fichiers CSV : Vérification des colonnes (format, type, cohérence).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Importation dans SQLite Studio : Configuration des relations par clés étrangères.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Contrôle des lignes importées : Vérification de la complétude des tables.</a:t>
            </a:r>
          </a:p>
        </p:txBody>
      </p:sp>
      <p:pic>
        <p:nvPicPr>
          <p:cNvPr id="7" name="Image 6">
            <a:extLst>
              <a:ext uri="{FF2B5EF4-FFF2-40B4-BE49-F238E27FC236}">
                <a16:creationId xmlns:a16="http://schemas.microsoft.com/office/drawing/2014/main" id="{7F017757-3EAC-04E5-3D85-8A779C2639D7}"/>
              </a:ext>
            </a:extLst>
          </p:cNvPr>
          <p:cNvPicPr>
            <a:picLocks noChangeAspect="1"/>
          </p:cNvPicPr>
          <p:nvPr/>
        </p:nvPicPr>
        <p:blipFill>
          <a:blip r:embed="rId3"/>
          <a:stretch>
            <a:fillRect/>
          </a:stretch>
        </p:blipFill>
        <p:spPr>
          <a:xfrm>
            <a:off x="502949" y="3519026"/>
            <a:ext cx="3620005" cy="1028844"/>
          </a:xfrm>
          <a:prstGeom prst="rect">
            <a:avLst/>
          </a:prstGeom>
        </p:spPr>
      </p:pic>
      <p:pic>
        <p:nvPicPr>
          <p:cNvPr id="2052" name="Picture 4" descr="Fleche Png - Images et vidéos libres de droits | Adobe Stock">
            <a:extLst>
              <a:ext uri="{FF2B5EF4-FFF2-40B4-BE49-F238E27FC236}">
                <a16:creationId xmlns:a16="http://schemas.microsoft.com/office/drawing/2014/main" id="{1DCA04E6-09FD-37D1-3BCA-80B591082B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800000">
            <a:off x="4207749" y="3767184"/>
            <a:ext cx="1216000" cy="523011"/>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17781C5F-9F3F-F9D2-83F2-AE1E44E17E6F}"/>
              </a:ext>
            </a:extLst>
          </p:cNvPr>
          <p:cNvPicPr>
            <a:picLocks noChangeAspect="1"/>
          </p:cNvPicPr>
          <p:nvPr/>
        </p:nvPicPr>
        <p:blipFill>
          <a:blip r:embed="rId5"/>
          <a:stretch>
            <a:fillRect/>
          </a:stretch>
        </p:blipFill>
        <p:spPr>
          <a:xfrm>
            <a:off x="5989768" y="3307555"/>
            <a:ext cx="2069921" cy="14422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389008" y="156771"/>
            <a:ext cx="4689794" cy="860977"/>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ct val="100000"/>
              <a:buFont typeface="Calibri"/>
              <a:buNone/>
            </a:pPr>
            <a:r>
              <a:rPr lang="fr" b="0"/>
              <a:t>La stratégie de sauvegarde et la conformité RGPD</a:t>
            </a:r>
            <a:endParaRPr b="0"/>
          </a:p>
        </p:txBody>
      </p:sp>
      <p:sp>
        <p:nvSpPr>
          <p:cNvPr id="277" name="Google Shape;277;p35"/>
          <p:cNvSpPr txBox="1">
            <a:spLocks noGrp="1"/>
          </p:cNvSpPr>
          <p:nvPr>
            <p:ph type="body" idx="2"/>
          </p:nvPr>
        </p:nvSpPr>
        <p:spPr>
          <a:xfrm>
            <a:off x="390523" y="1552755"/>
            <a:ext cx="6978592" cy="3035914"/>
          </a:xfrm>
          <a:prstGeom prst="rect">
            <a:avLst/>
          </a:prstGeom>
          <a:noFill/>
          <a:ln>
            <a:noFill/>
          </a:ln>
        </p:spPr>
        <p:txBody>
          <a:bodyPr spcFirstLastPara="1" wrap="square" lIns="68575" tIns="34275" rIns="68575" bIns="34275" anchor="t" anchorCtr="0">
            <a:normAutofit/>
          </a:bodyPr>
          <a:lstStyle/>
          <a:p>
            <a:pPr>
              <a:buNone/>
            </a:pPr>
            <a:r>
              <a:rPr lang="fr-FR" sz="1600" b="1" dirty="0"/>
              <a:t>Des données conformes et sécurisées :</a:t>
            </a:r>
          </a:p>
          <a:p>
            <a:pPr>
              <a:buNone/>
            </a:pPr>
            <a:endParaRPr lang="fr-FR" sz="1600" dirty="0"/>
          </a:p>
          <a:p>
            <a:pPr marL="114300" indent="0">
              <a:buNone/>
            </a:pPr>
            <a:r>
              <a:rPr lang="fr-FR" sz="1200" dirty="0"/>
              <a:t>✅ Données anonymisées</a:t>
            </a:r>
          </a:p>
          <a:p>
            <a:pPr marL="114300" indent="0">
              <a:buNone/>
            </a:pPr>
            <a:r>
              <a:rPr lang="fr-FR" sz="1200" dirty="0"/>
              <a:t>✅ Aucune donnée personnelle collectée : Les informations sont limitées aux ventes et aux caractéristiques des biens</a:t>
            </a:r>
          </a:p>
          <a:p>
            <a:pPr marL="114300" indent="0">
              <a:buNone/>
            </a:pPr>
            <a:r>
              <a:rPr lang="fr-FR" sz="1200" dirty="0"/>
              <a:t>✅ Fichiers sécurisés et uniquement en local</a:t>
            </a:r>
          </a:p>
          <a:p>
            <a:pPr marL="114300" indent="0">
              <a:buNone/>
            </a:pPr>
            <a:r>
              <a:rPr lang="fr-FR" sz="1200" dirty="0"/>
              <a:t>✅ Contrôle d'accès : La base de données n'est accessible que par l'utilisateur</a:t>
            </a:r>
          </a:p>
          <a:p>
            <a:pPr marL="114300" indent="0">
              <a:buNone/>
            </a:pPr>
            <a:endParaRPr lang="fr-FR" sz="1200" dirty="0"/>
          </a:p>
          <a:p>
            <a:pPr marL="114300" indent="0">
              <a:buNone/>
            </a:pPr>
            <a:endParaRPr lang="fr-FR" sz="1200" dirty="0"/>
          </a:p>
        </p:txBody>
      </p:sp>
      <p:sp>
        <p:nvSpPr>
          <p:cNvPr id="278" name="Google Shape;278;p35"/>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 sz="900" b="0" i="0" u="none" strike="noStrike" cap="none">
                <a:solidFill>
                  <a:srgbClr val="9E9E9E"/>
                </a:solidFill>
                <a:latin typeface="Calibri"/>
                <a:ea typeface="Calibri"/>
                <a:cs typeface="Calibri"/>
                <a:sym typeface="Calibri"/>
              </a:rPr>
              <a:t>Ajouter un pied de page</a:t>
            </a:r>
            <a:endParaRPr/>
          </a:p>
        </p:txBody>
      </p:sp>
      <p:sp>
        <p:nvSpPr>
          <p:cNvPr id="279" name="Google Shape;279;p35"/>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fr" sz="900" b="0" i="0" u="none" strike="noStrike" cap="none">
                <a:solidFill>
                  <a:srgbClr val="9E9E9E"/>
                </a:solidFill>
                <a:latin typeface="Calibri"/>
                <a:ea typeface="Calibri"/>
                <a:cs typeface="Calibri"/>
                <a:sym typeface="Calibri"/>
              </a:rPr>
              <a:t>7</a:t>
            </a:fld>
            <a:endParaRPr sz="900" b="0" i="0" u="none" strike="noStrike" cap="none">
              <a:solidFill>
                <a:srgbClr val="9E9E9E"/>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41"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331" name="Google Shape;331;p41"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32" name="Google Shape;332;p41"/>
          <p:cNvSpPr txBox="1">
            <a:spLocks noGrp="1"/>
          </p:cNvSpPr>
          <p:nvPr>
            <p:ph type="title"/>
          </p:nvPr>
        </p:nvSpPr>
        <p:spPr>
          <a:xfrm>
            <a:off x="4738806" y="998000"/>
            <a:ext cx="3585298" cy="882236"/>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000"/>
              <a:buFont typeface="Calibri"/>
              <a:buNone/>
            </a:pPr>
            <a:r>
              <a:rPr lang="fr" b="0" dirty="0">
                <a:latin typeface="Calibri"/>
                <a:ea typeface="Calibri"/>
                <a:cs typeface="Calibri"/>
                <a:sym typeface="Calibri"/>
              </a:rPr>
              <a:t>Requêtes SQL et résultats</a:t>
            </a:r>
            <a:endParaRPr dirty="0"/>
          </a:p>
        </p:txBody>
      </p:sp>
      <p:sp>
        <p:nvSpPr>
          <p:cNvPr id="333" name="Google Shape;333;p41"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335" name="Google Shape;335;p41"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l="11387" t="12667" r="63940" b="13973"/>
          <a:stretch/>
        </p:blipFill>
        <p:spPr>
          <a:xfrm>
            <a:off x="1979722" y="1607746"/>
            <a:ext cx="1801842" cy="1779869"/>
          </a:xfrm>
          <a:prstGeom prst="rect">
            <a:avLst/>
          </a:prstGeom>
          <a:noFill/>
          <a:ln>
            <a:noFill/>
          </a:ln>
        </p:spPr>
      </p:pic>
      <p:sp>
        <p:nvSpPr>
          <p:cNvPr id="2" name="Google Shape;322;p40">
            <a:extLst>
              <a:ext uri="{FF2B5EF4-FFF2-40B4-BE49-F238E27FC236}">
                <a16:creationId xmlns:a16="http://schemas.microsoft.com/office/drawing/2014/main" id="{C7226DC8-C06B-33E8-2373-8FF535438089}"/>
              </a:ext>
            </a:extLst>
          </p:cNvPr>
          <p:cNvSpPr txBox="1">
            <a:spLocks/>
          </p:cNvSpPr>
          <p:nvPr/>
        </p:nvSpPr>
        <p:spPr>
          <a:xfrm>
            <a:off x="4738806" y="2158088"/>
            <a:ext cx="2524855" cy="3312494"/>
          </a:xfrm>
          <a:prstGeom prst="rect">
            <a:avLst/>
          </a:prstGeom>
          <a:noFill/>
          <a:ln>
            <a:noFill/>
          </a:ln>
        </p:spPr>
        <p:txBody>
          <a:bodyPr spcFirstLastPara="1" wrap="square" lIns="68575" tIns="34275" rIns="68575" bIns="34275" anchor="t" anchorCtr="0">
            <a:normAutofit/>
          </a:bodyPr>
          <a:lstStyle/>
          <a:p>
            <a:pPr>
              <a:buClrTx/>
              <a:buFontTx/>
            </a:pPr>
            <a:r>
              <a:rPr lang="fr-FR"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12 requêtes pour répondre aux besoins de Laplace </a:t>
            </a:r>
            <a:r>
              <a:rPr lang="fr-FR" dirty="0" err="1">
                <a:solidFill>
                  <a:sysClr val="windowText" lastClr="000000"/>
                </a:solidFill>
                <a:latin typeface="Calibri" panose="020F0502020204030204" pitchFamily="34" charset="0"/>
                <a:ea typeface="Calibri" panose="020F0502020204030204" pitchFamily="34" charset="0"/>
                <a:cs typeface="Calibri" panose="020F0502020204030204" pitchFamily="34" charset="0"/>
              </a:rPr>
              <a:t>Immo</a:t>
            </a:r>
            <a:r>
              <a:rPr lang="fr-FR"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 :</a:t>
            </a:r>
          </a:p>
          <a:p>
            <a:pPr>
              <a:buClrTx/>
              <a:buFontTx/>
            </a:pPr>
            <a:endParaRPr lang="fr-FR" sz="18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endParaRPr>
          </a:p>
          <a:p>
            <a:pPr marL="114300">
              <a:buClrTx/>
              <a:buFontTx/>
            </a:pPr>
            <a:r>
              <a:rPr lang="fr-FR" sz="12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 Analyser les ventes par région et par type de bien</a:t>
            </a:r>
          </a:p>
          <a:p>
            <a:pPr marL="114300">
              <a:buClrTx/>
              <a:buFontTx/>
            </a:pPr>
            <a:r>
              <a:rPr lang="fr-FR" sz="12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 Identifier les biens les plus chers</a:t>
            </a:r>
          </a:p>
          <a:p>
            <a:pPr marL="114300">
              <a:buClrTx/>
              <a:buFontTx/>
            </a:pPr>
            <a:r>
              <a:rPr lang="fr-FR" sz="1200"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 Comprendre l'évolution des ventes au fil du temps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2"/>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FR" sz="3200" b="0" dirty="0"/>
              <a:t>CONTEXTE GLOBAL - LES VENTES </a:t>
            </a:r>
            <a:br>
              <a:rPr lang="fr-FR" sz="3200" b="0" dirty="0"/>
            </a:br>
            <a:r>
              <a:rPr lang="fr-FR" sz="3200" b="0" dirty="0"/>
              <a:t>EN VOLUME</a:t>
            </a:r>
          </a:p>
        </p:txBody>
      </p:sp>
      <p:sp>
        <p:nvSpPr>
          <p:cNvPr id="342" name="Google Shape;342;p42"/>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9</a:t>
            </a:fld>
            <a:endParaRPr/>
          </a:p>
        </p:txBody>
      </p:sp>
      <p:sp>
        <p:nvSpPr>
          <p:cNvPr id="344" name="Google Shape;344;p42"/>
          <p:cNvSpPr txBox="1">
            <a:spLocks noGrp="1"/>
          </p:cNvSpPr>
          <p:nvPr>
            <p:ph type="body" idx="1"/>
          </p:nvPr>
        </p:nvSpPr>
        <p:spPr>
          <a:xfrm>
            <a:off x="390370" y="1032699"/>
            <a:ext cx="3170905"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u="sng" dirty="0">
                <a:effectLst/>
              </a:rPr>
              <a:t>Req. 1</a:t>
            </a:r>
            <a:r>
              <a:rPr lang="fr-FR" dirty="0">
                <a:effectLst/>
              </a:rPr>
              <a:t>. : Nombre total d’appartements vendus au 1er semestre 2020 : 31 362</a:t>
            </a:r>
            <a:endParaRPr dirty="0"/>
          </a:p>
        </p:txBody>
      </p:sp>
      <p:sp>
        <p:nvSpPr>
          <p:cNvPr id="2" name="Google Shape;344;p42">
            <a:extLst>
              <a:ext uri="{FF2B5EF4-FFF2-40B4-BE49-F238E27FC236}">
                <a16:creationId xmlns:a16="http://schemas.microsoft.com/office/drawing/2014/main" id="{BD224F9B-AFA0-71BC-456B-0609D844B043}"/>
              </a:ext>
            </a:extLst>
          </p:cNvPr>
          <p:cNvSpPr txBox="1">
            <a:spLocks/>
          </p:cNvSpPr>
          <p:nvPr/>
        </p:nvSpPr>
        <p:spPr>
          <a:xfrm>
            <a:off x="5274128" y="655931"/>
            <a:ext cx="3086100" cy="456671"/>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u="sng" dirty="0"/>
              <a:t>Req. 2 </a:t>
            </a:r>
            <a:r>
              <a:rPr lang="fr-FR" dirty="0"/>
              <a:t>: Répartition des ventes par région :</a:t>
            </a:r>
          </a:p>
        </p:txBody>
      </p:sp>
      <p:pic>
        <p:nvPicPr>
          <p:cNvPr id="7" name="Image 6">
            <a:extLst>
              <a:ext uri="{FF2B5EF4-FFF2-40B4-BE49-F238E27FC236}">
                <a16:creationId xmlns:a16="http://schemas.microsoft.com/office/drawing/2014/main" id="{138EEB6E-B93C-F9A0-8C9D-36AE13E18660}"/>
              </a:ext>
            </a:extLst>
          </p:cNvPr>
          <p:cNvPicPr>
            <a:picLocks noChangeAspect="1"/>
          </p:cNvPicPr>
          <p:nvPr/>
        </p:nvPicPr>
        <p:blipFill>
          <a:blip r:embed="rId3"/>
          <a:stretch>
            <a:fillRect/>
          </a:stretch>
        </p:blipFill>
        <p:spPr>
          <a:xfrm>
            <a:off x="253897" y="1715540"/>
            <a:ext cx="3572374" cy="800212"/>
          </a:xfrm>
          <a:prstGeom prst="rect">
            <a:avLst/>
          </a:prstGeom>
        </p:spPr>
      </p:pic>
      <p:pic>
        <p:nvPicPr>
          <p:cNvPr id="11" name="Picture 4" descr="Fleche Png - Images et vidéos libres de droits | Adobe Stock">
            <a:extLst>
              <a:ext uri="{FF2B5EF4-FFF2-40B4-BE49-F238E27FC236}">
                <a16:creationId xmlns:a16="http://schemas.microsoft.com/office/drawing/2014/main" id="{1AE70776-77A5-8C33-2F79-FDF59150E0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3897503">
            <a:off x="3610130" y="1318886"/>
            <a:ext cx="1111563" cy="630819"/>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E56E2802-1FA4-62AE-6383-18A5E1F62CB5}"/>
              </a:ext>
            </a:extLst>
          </p:cNvPr>
          <p:cNvPicPr>
            <a:picLocks noChangeAspect="1"/>
          </p:cNvPicPr>
          <p:nvPr/>
        </p:nvPicPr>
        <p:blipFill>
          <a:blip r:embed="rId5"/>
          <a:stretch>
            <a:fillRect/>
          </a:stretch>
        </p:blipFill>
        <p:spPr>
          <a:xfrm>
            <a:off x="5785303" y="1158509"/>
            <a:ext cx="2333951" cy="3562847"/>
          </a:xfrm>
          <a:prstGeom prst="rect">
            <a:avLst/>
          </a:prstGeom>
        </p:spPr>
      </p:pic>
      <p:pic>
        <p:nvPicPr>
          <p:cNvPr id="6" name="Image 5">
            <a:extLst>
              <a:ext uri="{FF2B5EF4-FFF2-40B4-BE49-F238E27FC236}">
                <a16:creationId xmlns:a16="http://schemas.microsoft.com/office/drawing/2014/main" id="{4C9AA7FA-B1BE-10C2-979B-32B11F7FC420}"/>
              </a:ext>
            </a:extLst>
          </p:cNvPr>
          <p:cNvPicPr>
            <a:picLocks noChangeAspect="1"/>
          </p:cNvPicPr>
          <p:nvPr/>
        </p:nvPicPr>
        <p:blipFill>
          <a:blip r:embed="rId6"/>
          <a:stretch>
            <a:fillRect/>
          </a:stretch>
        </p:blipFill>
        <p:spPr>
          <a:xfrm>
            <a:off x="253897" y="3529695"/>
            <a:ext cx="5182323" cy="1162212"/>
          </a:xfrm>
          <a:prstGeom prst="rect">
            <a:avLst/>
          </a:prstGeom>
        </p:spPr>
      </p:pic>
      <p:pic>
        <p:nvPicPr>
          <p:cNvPr id="10" name="Picture 4" descr="Fleche Png - Images et vidéos libres de droits | Adobe Stock">
            <a:extLst>
              <a:ext uri="{FF2B5EF4-FFF2-40B4-BE49-F238E27FC236}">
                <a16:creationId xmlns:a16="http://schemas.microsoft.com/office/drawing/2014/main" id="{AEF01C5D-A2AD-97C2-512E-8446CA59C4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800000">
            <a:off x="4254432" y="3677826"/>
            <a:ext cx="1216000" cy="5230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3D1F9F69-6951-EE92-6A51-775C70F194B0}"/>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FC2A3D10-FFFF-CC89-E0A0-3C4CDA55311E}"/>
              </a:ext>
            </a:extLst>
          </p:cNvPr>
          <p:cNvSpPr txBox="1">
            <a:spLocks noGrp="1"/>
          </p:cNvSpPr>
          <p:nvPr>
            <p:ph type="title"/>
          </p:nvPr>
        </p:nvSpPr>
        <p:spPr>
          <a:xfrm>
            <a:off x="389007" y="184430"/>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TYPOLOGIE DES BIENS VENDUS – PROPORTION PAR NOMBRE DE PIÈCES</a:t>
            </a:r>
          </a:p>
        </p:txBody>
      </p:sp>
      <p:sp>
        <p:nvSpPr>
          <p:cNvPr id="343" name="Google Shape;343;p42">
            <a:extLst>
              <a:ext uri="{FF2B5EF4-FFF2-40B4-BE49-F238E27FC236}">
                <a16:creationId xmlns:a16="http://schemas.microsoft.com/office/drawing/2014/main" id="{E7538682-BBE1-42B8-800E-8B3D0B5C39A5}"/>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10</a:t>
            </a:fld>
            <a:endParaRPr/>
          </a:p>
        </p:txBody>
      </p:sp>
      <p:sp>
        <p:nvSpPr>
          <p:cNvPr id="344" name="Google Shape;344;p42">
            <a:extLst>
              <a:ext uri="{FF2B5EF4-FFF2-40B4-BE49-F238E27FC236}">
                <a16:creationId xmlns:a16="http://schemas.microsoft.com/office/drawing/2014/main" id="{E2A94FB3-CF3A-E79D-4372-9F8E4365866A}"/>
              </a:ext>
            </a:extLst>
          </p:cNvPr>
          <p:cNvSpPr txBox="1">
            <a:spLocks noGrp="1"/>
          </p:cNvSpPr>
          <p:nvPr>
            <p:ph type="body" idx="1"/>
          </p:nvPr>
        </p:nvSpPr>
        <p:spPr>
          <a:xfrm>
            <a:off x="389007" y="1270926"/>
            <a:ext cx="4479249"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sz="1600" u="sng" dirty="0"/>
              <a:t>Req. 3 </a:t>
            </a:r>
            <a:r>
              <a:rPr lang="fr-FR" sz="1600" dirty="0"/>
              <a:t>: Répartition des ventes d'appartements selon le nombre de pièces (en %)</a:t>
            </a:r>
            <a:r>
              <a:rPr lang="fr-FR" sz="1600" dirty="0">
                <a:effectLst/>
              </a:rPr>
              <a:t>:</a:t>
            </a:r>
            <a:endParaRPr sz="1600" dirty="0"/>
          </a:p>
        </p:txBody>
      </p:sp>
      <p:pic>
        <p:nvPicPr>
          <p:cNvPr id="4" name="Image 3">
            <a:extLst>
              <a:ext uri="{FF2B5EF4-FFF2-40B4-BE49-F238E27FC236}">
                <a16:creationId xmlns:a16="http://schemas.microsoft.com/office/drawing/2014/main" id="{6063725C-3788-9039-BA39-B33A8B4D9620}"/>
              </a:ext>
            </a:extLst>
          </p:cNvPr>
          <p:cNvPicPr>
            <a:picLocks noChangeAspect="1"/>
          </p:cNvPicPr>
          <p:nvPr/>
        </p:nvPicPr>
        <p:blipFill>
          <a:blip r:embed="rId3"/>
          <a:stretch>
            <a:fillRect/>
          </a:stretch>
        </p:blipFill>
        <p:spPr>
          <a:xfrm>
            <a:off x="5960953" y="1147392"/>
            <a:ext cx="2088802" cy="3023266"/>
          </a:xfrm>
          <a:prstGeom prst="rect">
            <a:avLst/>
          </a:prstGeom>
        </p:spPr>
      </p:pic>
      <p:pic>
        <p:nvPicPr>
          <p:cNvPr id="7" name="Image 6">
            <a:extLst>
              <a:ext uri="{FF2B5EF4-FFF2-40B4-BE49-F238E27FC236}">
                <a16:creationId xmlns:a16="http://schemas.microsoft.com/office/drawing/2014/main" id="{D5276CEC-6441-76F7-3FFE-D8019B40CAFC}"/>
              </a:ext>
            </a:extLst>
          </p:cNvPr>
          <p:cNvPicPr>
            <a:picLocks noChangeAspect="1"/>
          </p:cNvPicPr>
          <p:nvPr/>
        </p:nvPicPr>
        <p:blipFill>
          <a:blip r:embed="rId4"/>
          <a:stretch>
            <a:fillRect/>
          </a:stretch>
        </p:blipFill>
        <p:spPr>
          <a:xfrm>
            <a:off x="389007" y="4170658"/>
            <a:ext cx="7049484" cy="733527"/>
          </a:xfrm>
          <a:prstGeom prst="rect">
            <a:avLst/>
          </a:prstGeom>
        </p:spPr>
      </p:pic>
      <p:pic>
        <p:nvPicPr>
          <p:cNvPr id="9" name="Image 8">
            <a:extLst>
              <a:ext uri="{FF2B5EF4-FFF2-40B4-BE49-F238E27FC236}">
                <a16:creationId xmlns:a16="http://schemas.microsoft.com/office/drawing/2014/main" id="{230B6DFD-91AB-170D-48CA-A6AAE0A9F036}"/>
              </a:ext>
            </a:extLst>
          </p:cNvPr>
          <p:cNvPicPr>
            <a:picLocks noChangeAspect="1"/>
          </p:cNvPicPr>
          <p:nvPr/>
        </p:nvPicPr>
        <p:blipFill>
          <a:blip r:embed="rId5"/>
          <a:stretch>
            <a:fillRect/>
          </a:stretch>
        </p:blipFill>
        <p:spPr>
          <a:xfrm rot="7928079">
            <a:off x="7105206" y="4540545"/>
            <a:ext cx="964441" cy="318166"/>
          </a:xfrm>
          <a:prstGeom prst="rect">
            <a:avLst/>
          </a:prstGeom>
        </p:spPr>
      </p:pic>
      <p:sp>
        <p:nvSpPr>
          <p:cNvPr id="10" name="ZoneTexte 9">
            <a:extLst>
              <a:ext uri="{FF2B5EF4-FFF2-40B4-BE49-F238E27FC236}">
                <a16:creationId xmlns:a16="http://schemas.microsoft.com/office/drawing/2014/main" id="{D6D7D5DC-3AA8-A2EA-CDA4-BB8A93795CAE}"/>
              </a:ext>
            </a:extLst>
          </p:cNvPr>
          <p:cNvSpPr txBox="1"/>
          <p:nvPr/>
        </p:nvSpPr>
        <p:spPr>
          <a:xfrm>
            <a:off x="606027" y="2308841"/>
            <a:ext cx="4262229" cy="954107"/>
          </a:xfrm>
          <a:prstGeom prst="rect">
            <a:avLst/>
          </a:prstGeom>
          <a:noFill/>
        </p:spPr>
        <p:txBody>
          <a:bodyPr wrap="square" rtlCol="0">
            <a:spAutoFit/>
          </a:bodyPr>
          <a:lstStyle/>
          <a:p>
            <a:r>
              <a:rPr lang="fr-FR" dirty="0"/>
              <a:t>Les appartements 2 et 3 pièces concentrent près de 60% des ventes.</a:t>
            </a:r>
            <a:br>
              <a:rPr lang="fr-FR" dirty="0"/>
            </a:br>
            <a:r>
              <a:rPr lang="fr-FR" dirty="0"/>
              <a:t>Ce sont les biens les plus représentés sur le marché.</a:t>
            </a:r>
          </a:p>
        </p:txBody>
      </p:sp>
    </p:spTree>
    <p:extLst>
      <p:ext uri="{BB962C8B-B14F-4D97-AF65-F5344CB8AC3E}">
        <p14:creationId xmlns:p14="http://schemas.microsoft.com/office/powerpoint/2010/main" val="524435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FABF7116-B387-E160-4EEA-F9A42D592818}"/>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870C3990-9E03-8C69-465A-374E8A95CE20}"/>
              </a:ext>
            </a:extLst>
          </p:cNvPr>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ANALYSE DES PRIX  </a:t>
            </a:r>
            <a:br>
              <a:rPr lang="fr-FR" sz="2800" b="0" dirty="0"/>
            </a:br>
            <a:r>
              <a:rPr lang="fr-FR" sz="2800" b="0" dirty="0"/>
              <a:t>CONNAÎTRE LES PRIX AU MÈTRE CARRÉ</a:t>
            </a:r>
          </a:p>
        </p:txBody>
      </p:sp>
      <p:sp>
        <p:nvSpPr>
          <p:cNvPr id="342" name="Google Shape;342;p42">
            <a:extLst>
              <a:ext uri="{FF2B5EF4-FFF2-40B4-BE49-F238E27FC236}">
                <a16:creationId xmlns:a16="http://schemas.microsoft.com/office/drawing/2014/main" id="{335C6E8A-12FA-51D0-206D-6FC2665D4116}"/>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83F7BF0C-11DC-E5C0-B2C5-A06D90A6E440}"/>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11</a:t>
            </a:fld>
            <a:endParaRPr/>
          </a:p>
        </p:txBody>
      </p:sp>
      <p:sp>
        <p:nvSpPr>
          <p:cNvPr id="344" name="Google Shape;344;p42">
            <a:extLst>
              <a:ext uri="{FF2B5EF4-FFF2-40B4-BE49-F238E27FC236}">
                <a16:creationId xmlns:a16="http://schemas.microsoft.com/office/drawing/2014/main" id="{BDD8E200-5BF0-3C00-B724-9F6B1F28461E}"/>
              </a:ext>
            </a:extLst>
          </p:cNvPr>
          <p:cNvSpPr txBox="1">
            <a:spLocks noGrp="1"/>
          </p:cNvSpPr>
          <p:nvPr>
            <p:ph type="body" idx="1"/>
          </p:nvPr>
        </p:nvSpPr>
        <p:spPr>
          <a:xfrm>
            <a:off x="389008" y="1078207"/>
            <a:ext cx="3086100" cy="456671"/>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fr-FR" sz="1600" u="sng" dirty="0"/>
              <a:t>Req. 4 </a:t>
            </a:r>
            <a:r>
              <a:rPr lang="fr-FR" sz="1600" dirty="0"/>
              <a:t>: Top 10 des départements les plus chers au m²</a:t>
            </a:r>
            <a:r>
              <a:rPr lang="fr-FR" sz="1600" dirty="0">
                <a:effectLst/>
              </a:rPr>
              <a:t>:</a:t>
            </a:r>
            <a:endParaRPr sz="1600" dirty="0"/>
          </a:p>
        </p:txBody>
      </p:sp>
      <p:sp>
        <p:nvSpPr>
          <p:cNvPr id="2" name="Google Shape;344;p42">
            <a:extLst>
              <a:ext uri="{FF2B5EF4-FFF2-40B4-BE49-F238E27FC236}">
                <a16:creationId xmlns:a16="http://schemas.microsoft.com/office/drawing/2014/main" id="{932C89E5-86CE-A295-7BAC-AA67B4E796B3}"/>
              </a:ext>
            </a:extLst>
          </p:cNvPr>
          <p:cNvSpPr txBox="1">
            <a:spLocks/>
          </p:cNvSpPr>
          <p:nvPr/>
        </p:nvSpPr>
        <p:spPr>
          <a:xfrm>
            <a:off x="4868257" y="2806050"/>
            <a:ext cx="3086100" cy="64887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sz="1600" u="sng" dirty="0"/>
              <a:t>Req. 5 </a:t>
            </a:r>
            <a:r>
              <a:rPr lang="fr-FR" sz="1600" dirty="0"/>
              <a:t>: Prix moyen au m² d'une maison en Île-de-France : </a:t>
            </a:r>
            <a:r>
              <a:rPr lang="fr-FR" sz="1600" b="1" dirty="0"/>
              <a:t>3764,42€/m²</a:t>
            </a:r>
          </a:p>
        </p:txBody>
      </p:sp>
      <p:pic>
        <p:nvPicPr>
          <p:cNvPr id="8" name="Image 7">
            <a:extLst>
              <a:ext uri="{FF2B5EF4-FFF2-40B4-BE49-F238E27FC236}">
                <a16:creationId xmlns:a16="http://schemas.microsoft.com/office/drawing/2014/main" id="{9ED291BA-F7F1-4503-6AAC-15806F8186A3}"/>
              </a:ext>
            </a:extLst>
          </p:cNvPr>
          <p:cNvPicPr>
            <a:picLocks noChangeAspect="1"/>
          </p:cNvPicPr>
          <p:nvPr/>
        </p:nvPicPr>
        <p:blipFill>
          <a:blip r:embed="rId3"/>
          <a:stretch>
            <a:fillRect/>
          </a:stretch>
        </p:blipFill>
        <p:spPr>
          <a:xfrm>
            <a:off x="228602" y="4065293"/>
            <a:ext cx="4315427" cy="914528"/>
          </a:xfrm>
          <a:prstGeom prst="rect">
            <a:avLst/>
          </a:prstGeom>
        </p:spPr>
      </p:pic>
      <p:pic>
        <p:nvPicPr>
          <p:cNvPr id="14" name="Image 13">
            <a:extLst>
              <a:ext uri="{FF2B5EF4-FFF2-40B4-BE49-F238E27FC236}">
                <a16:creationId xmlns:a16="http://schemas.microsoft.com/office/drawing/2014/main" id="{D3FE4804-37A7-24CC-CF29-6F3DED1B2C7F}"/>
              </a:ext>
            </a:extLst>
          </p:cNvPr>
          <p:cNvPicPr>
            <a:picLocks noChangeAspect="1"/>
          </p:cNvPicPr>
          <p:nvPr/>
        </p:nvPicPr>
        <p:blipFill>
          <a:blip r:embed="rId4"/>
          <a:stretch>
            <a:fillRect/>
          </a:stretch>
        </p:blipFill>
        <p:spPr>
          <a:xfrm>
            <a:off x="4587802" y="1504156"/>
            <a:ext cx="3772426" cy="800212"/>
          </a:xfrm>
          <a:prstGeom prst="rect">
            <a:avLst/>
          </a:prstGeom>
        </p:spPr>
      </p:pic>
      <p:pic>
        <p:nvPicPr>
          <p:cNvPr id="24" name="Image 23">
            <a:extLst>
              <a:ext uri="{FF2B5EF4-FFF2-40B4-BE49-F238E27FC236}">
                <a16:creationId xmlns:a16="http://schemas.microsoft.com/office/drawing/2014/main" id="{1D2F3CE2-2C23-DF94-C518-58B926E0EEFD}"/>
              </a:ext>
            </a:extLst>
          </p:cNvPr>
          <p:cNvPicPr>
            <a:picLocks noChangeAspect="1"/>
          </p:cNvPicPr>
          <p:nvPr/>
        </p:nvPicPr>
        <p:blipFill>
          <a:blip r:embed="rId5"/>
          <a:stretch>
            <a:fillRect/>
          </a:stretch>
        </p:blipFill>
        <p:spPr>
          <a:xfrm rot="3062762">
            <a:off x="2745763" y="3587317"/>
            <a:ext cx="495685" cy="214965"/>
          </a:xfrm>
          <a:prstGeom prst="rect">
            <a:avLst/>
          </a:prstGeom>
        </p:spPr>
      </p:pic>
      <p:pic>
        <p:nvPicPr>
          <p:cNvPr id="26" name="Image 25">
            <a:extLst>
              <a:ext uri="{FF2B5EF4-FFF2-40B4-BE49-F238E27FC236}">
                <a16:creationId xmlns:a16="http://schemas.microsoft.com/office/drawing/2014/main" id="{DB7DDFCE-83DD-CD93-E089-17B782B29027}"/>
              </a:ext>
            </a:extLst>
          </p:cNvPr>
          <p:cNvPicPr>
            <a:picLocks noChangeAspect="1"/>
          </p:cNvPicPr>
          <p:nvPr/>
        </p:nvPicPr>
        <p:blipFill>
          <a:blip r:embed="rId5"/>
          <a:stretch>
            <a:fillRect/>
          </a:stretch>
        </p:blipFill>
        <p:spPr>
          <a:xfrm rot="14990848">
            <a:off x="4037934" y="2419156"/>
            <a:ext cx="925105" cy="305189"/>
          </a:xfrm>
          <a:prstGeom prst="rect">
            <a:avLst/>
          </a:prstGeom>
        </p:spPr>
      </p:pic>
      <p:pic>
        <p:nvPicPr>
          <p:cNvPr id="5" name="Image 4">
            <a:extLst>
              <a:ext uri="{FF2B5EF4-FFF2-40B4-BE49-F238E27FC236}">
                <a16:creationId xmlns:a16="http://schemas.microsoft.com/office/drawing/2014/main" id="{9628FE01-1E3E-363E-6A8F-427012A78132}"/>
              </a:ext>
            </a:extLst>
          </p:cNvPr>
          <p:cNvPicPr>
            <a:picLocks noChangeAspect="1"/>
          </p:cNvPicPr>
          <p:nvPr/>
        </p:nvPicPr>
        <p:blipFill>
          <a:blip r:embed="rId6"/>
          <a:stretch>
            <a:fillRect/>
          </a:stretch>
        </p:blipFill>
        <p:spPr>
          <a:xfrm>
            <a:off x="389007" y="1591399"/>
            <a:ext cx="1968011" cy="2253525"/>
          </a:xfrm>
          <a:prstGeom prst="rect">
            <a:avLst/>
          </a:prstGeom>
        </p:spPr>
      </p:pic>
    </p:spTree>
    <p:extLst>
      <p:ext uri="{BB962C8B-B14F-4D97-AF65-F5344CB8AC3E}">
        <p14:creationId xmlns:p14="http://schemas.microsoft.com/office/powerpoint/2010/main" val="2083327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AAD2040B-4F8C-E470-7D7D-4EF0A3BCD57E}"/>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854F706E-B90A-066B-5633-3D250E107F7C}"/>
              </a:ext>
            </a:extLst>
          </p:cNvPr>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ANALYSE DES PRIX  </a:t>
            </a:r>
            <a:br>
              <a:rPr lang="fr-FR" sz="2800" b="0" dirty="0"/>
            </a:br>
            <a:r>
              <a:rPr lang="fr-FR" sz="2800" b="0" dirty="0"/>
              <a:t>COMPARAISON ENTRE 2 ET 3 PIÈCES</a:t>
            </a:r>
          </a:p>
        </p:txBody>
      </p:sp>
      <p:sp>
        <p:nvSpPr>
          <p:cNvPr id="342" name="Google Shape;342;p42">
            <a:extLst>
              <a:ext uri="{FF2B5EF4-FFF2-40B4-BE49-F238E27FC236}">
                <a16:creationId xmlns:a16="http://schemas.microsoft.com/office/drawing/2014/main" id="{C6A67ED8-85FE-DEF2-0B23-A37693B88C2C}"/>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AF902740-F30E-43FC-0F9F-A274C11D348A}"/>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12</a:t>
            </a:fld>
            <a:endParaRPr/>
          </a:p>
        </p:txBody>
      </p:sp>
      <p:sp>
        <p:nvSpPr>
          <p:cNvPr id="15" name="Google Shape;344;p42">
            <a:extLst>
              <a:ext uri="{FF2B5EF4-FFF2-40B4-BE49-F238E27FC236}">
                <a16:creationId xmlns:a16="http://schemas.microsoft.com/office/drawing/2014/main" id="{2F959BED-BAB8-43C7-D477-831FD59A89FE}"/>
              </a:ext>
            </a:extLst>
          </p:cNvPr>
          <p:cNvSpPr txBox="1">
            <a:spLocks/>
          </p:cNvSpPr>
          <p:nvPr/>
        </p:nvSpPr>
        <p:spPr>
          <a:xfrm>
            <a:off x="389007" y="1276070"/>
            <a:ext cx="4182993" cy="675796"/>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sz="1800" u="sng" dirty="0"/>
              <a:t>Req. 10 </a:t>
            </a:r>
            <a:r>
              <a:rPr lang="fr-FR" sz="1800" dirty="0"/>
              <a:t>: Différence de prix au mètre carré entre les appartements de 2 pièces et de 3 pièces : </a:t>
            </a:r>
            <a:r>
              <a:rPr lang="fr-FR" sz="1800" b="1" dirty="0"/>
              <a:t>-12,77%</a:t>
            </a:r>
          </a:p>
        </p:txBody>
      </p:sp>
      <p:pic>
        <p:nvPicPr>
          <p:cNvPr id="22" name="Image 21">
            <a:extLst>
              <a:ext uri="{FF2B5EF4-FFF2-40B4-BE49-F238E27FC236}">
                <a16:creationId xmlns:a16="http://schemas.microsoft.com/office/drawing/2014/main" id="{65007007-B05C-555E-0F4F-961D36CE42A3}"/>
              </a:ext>
            </a:extLst>
          </p:cNvPr>
          <p:cNvPicPr>
            <a:picLocks noChangeAspect="1"/>
          </p:cNvPicPr>
          <p:nvPr/>
        </p:nvPicPr>
        <p:blipFill>
          <a:blip r:embed="rId3"/>
          <a:stretch>
            <a:fillRect/>
          </a:stretch>
        </p:blipFill>
        <p:spPr>
          <a:xfrm>
            <a:off x="0" y="4030404"/>
            <a:ext cx="9144000" cy="730410"/>
          </a:xfrm>
          <a:prstGeom prst="rect">
            <a:avLst/>
          </a:prstGeom>
        </p:spPr>
      </p:pic>
      <p:sp>
        <p:nvSpPr>
          <p:cNvPr id="9" name="Rectangle 2">
            <a:extLst>
              <a:ext uri="{FF2B5EF4-FFF2-40B4-BE49-F238E27FC236}">
                <a16:creationId xmlns:a16="http://schemas.microsoft.com/office/drawing/2014/main" id="{AFDE63E0-3D8A-222F-EDCE-72081E5F8B9A}"/>
              </a:ext>
            </a:extLst>
          </p:cNvPr>
          <p:cNvSpPr>
            <a:spLocks noChangeArrowheads="1"/>
          </p:cNvSpPr>
          <p:nvPr/>
        </p:nvSpPr>
        <p:spPr bwMode="auto">
          <a:xfrm>
            <a:off x="389007" y="2452526"/>
            <a:ext cx="509176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Les appartements de 3 pièces sont en moyenne moins chers au m² que les 2 pièces</a:t>
            </a:r>
            <a:endPar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Analyse :</a:t>
            </a:r>
            <a:r>
              <a:rPr kumimoji="0" lang="fr-FR" altLang="fr-FR"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La demande plus forte pour les petits appartements justifie cette différence</a:t>
            </a:r>
          </a:p>
        </p:txBody>
      </p:sp>
    </p:spTree>
    <p:extLst>
      <p:ext uri="{BB962C8B-B14F-4D97-AF65-F5344CB8AC3E}">
        <p14:creationId xmlns:p14="http://schemas.microsoft.com/office/powerpoint/2010/main" val="1360978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35CAF41A-AF7B-69E5-9714-6B0536EBB821}"/>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BA57E2D2-1F04-E4CB-41B2-090656021B94}"/>
              </a:ext>
            </a:extLst>
          </p:cNvPr>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IDENTIFICATION DES BIENS </a:t>
            </a:r>
            <a:br>
              <a:rPr lang="fr-FR" sz="2800" b="0" dirty="0"/>
            </a:br>
            <a:r>
              <a:rPr lang="fr-FR" sz="2800" b="0" dirty="0"/>
              <a:t>LES PLUS INTÉRESSANTS</a:t>
            </a:r>
          </a:p>
        </p:txBody>
      </p:sp>
      <p:sp>
        <p:nvSpPr>
          <p:cNvPr id="342" name="Google Shape;342;p42">
            <a:extLst>
              <a:ext uri="{FF2B5EF4-FFF2-40B4-BE49-F238E27FC236}">
                <a16:creationId xmlns:a16="http://schemas.microsoft.com/office/drawing/2014/main" id="{BED9E068-24EE-6823-0FEE-8D3AAC55F86F}"/>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77652AA7-D64C-E094-01F9-51BEB6DD4D42}"/>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13</a:t>
            </a:fld>
            <a:endParaRPr/>
          </a:p>
        </p:txBody>
      </p:sp>
      <p:sp>
        <p:nvSpPr>
          <p:cNvPr id="15" name="Google Shape;344;p42">
            <a:extLst>
              <a:ext uri="{FF2B5EF4-FFF2-40B4-BE49-F238E27FC236}">
                <a16:creationId xmlns:a16="http://schemas.microsoft.com/office/drawing/2014/main" id="{F2365DCE-AB38-DCDC-14D2-A455307B9E6B}"/>
              </a:ext>
            </a:extLst>
          </p:cNvPr>
          <p:cNvSpPr txBox="1">
            <a:spLocks/>
          </p:cNvSpPr>
          <p:nvPr/>
        </p:nvSpPr>
        <p:spPr>
          <a:xfrm>
            <a:off x="389008" y="1111870"/>
            <a:ext cx="3518849" cy="675796"/>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sz="2000" u="sng" dirty="0"/>
              <a:t>Req. 6 </a:t>
            </a:r>
            <a:r>
              <a:rPr lang="fr-FR" sz="2000" dirty="0"/>
              <a:t>: Top 10 des appartements les plus chers</a:t>
            </a:r>
            <a:endParaRPr lang="fr-FR" sz="1800" b="1" dirty="0"/>
          </a:p>
        </p:txBody>
      </p:sp>
      <p:pic>
        <p:nvPicPr>
          <p:cNvPr id="7" name="Image 6">
            <a:extLst>
              <a:ext uri="{FF2B5EF4-FFF2-40B4-BE49-F238E27FC236}">
                <a16:creationId xmlns:a16="http://schemas.microsoft.com/office/drawing/2014/main" id="{E5AB776D-43FA-2324-2D4E-62C1FBA7A6F2}"/>
              </a:ext>
            </a:extLst>
          </p:cNvPr>
          <p:cNvPicPr>
            <a:picLocks noChangeAspect="1"/>
          </p:cNvPicPr>
          <p:nvPr/>
        </p:nvPicPr>
        <p:blipFill>
          <a:blip r:embed="rId3"/>
          <a:stretch>
            <a:fillRect/>
          </a:stretch>
        </p:blipFill>
        <p:spPr>
          <a:xfrm>
            <a:off x="4304355" y="2762451"/>
            <a:ext cx="1083209" cy="357347"/>
          </a:xfrm>
          <a:prstGeom prst="rect">
            <a:avLst/>
          </a:prstGeom>
        </p:spPr>
      </p:pic>
      <p:pic>
        <p:nvPicPr>
          <p:cNvPr id="8" name="Image 7">
            <a:extLst>
              <a:ext uri="{FF2B5EF4-FFF2-40B4-BE49-F238E27FC236}">
                <a16:creationId xmlns:a16="http://schemas.microsoft.com/office/drawing/2014/main" id="{E9C071A2-3D4C-D986-FF35-FC0B9533ACC9}"/>
              </a:ext>
            </a:extLst>
          </p:cNvPr>
          <p:cNvPicPr>
            <a:picLocks noChangeAspect="1"/>
          </p:cNvPicPr>
          <p:nvPr/>
        </p:nvPicPr>
        <p:blipFill>
          <a:blip r:embed="rId4"/>
          <a:stretch>
            <a:fillRect/>
          </a:stretch>
        </p:blipFill>
        <p:spPr>
          <a:xfrm>
            <a:off x="253897" y="2186700"/>
            <a:ext cx="3572374" cy="2181529"/>
          </a:xfrm>
          <a:prstGeom prst="rect">
            <a:avLst/>
          </a:prstGeom>
        </p:spPr>
      </p:pic>
      <p:pic>
        <p:nvPicPr>
          <p:cNvPr id="10" name="Image 9">
            <a:extLst>
              <a:ext uri="{FF2B5EF4-FFF2-40B4-BE49-F238E27FC236}">
                <a16:creationId xmlns:a16="http://schemas.microsoft.com/office/drawing/2014/main" id="{E876181C-4C0F-308B-129F-53BF59CB8BE4}"/>
              </a:ext>
            </a:extLst>
          </p:cNvPr>
          <p:cNvPicPr>
            <a:picLocks noChangeAspect="1"/>
          </p:cNvPicPr>
          <p:nvPr/>
        </p:nvPicPr>
        <p:blipFill>
          <a:blip r:embed="rId5"/>
          <a:stretch>
            <a:fillRect/>
          </a:stretch>
        </p:blipFill>
        <p:spPr>
          <a:xfrm>
            <a:off x="5759548" y="2229968"/>
            <a:ext cx="2676899" cy="1247949"/>
          </a:xfrm>
          <a:prstGeom prst="rect">
            <a:avLst/>
          </a:prstGeom>
        </p:spPr>
      </p:pic>
    </p:spTree>
    <p:extLst>
      <p:ext uri="{BB962C8B-B14F-4D97-AF65-F5344CB8AC3E}">
        <p14:creationId xmlns:p14="http://schemas.microsoft.com/office/powerpoint/2010/main" val="310753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8F9C148B-419A-B74F-32E1-64B351BC2E42}"/>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3DB0B71F-FB14-049B-CABD-DE93D385B48D}"/>
              </a:ext>
            </a:extLst>
          </p:cNvPr>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IDENTIFICATION DES BIENS </a:t>
            </a:r>
            <a:br>
              <a:rPr lang="fr-FR" sz="2800" b="0" dirty="0"/>
            </a:br>
            <a:r>
              <a:rPr lang="fr-FR" sz="2800" b="0" dirty="0"/>
              <a:t>LES PLUS INTÉRESSANTS</a:t>
            </a:r>
          </a:p>
        </p:txBody>
      </p:sp>
      <p:sp>
        <p:nvSpPr>
          <p:cNvPr id="343" name="Google Shape;343;p42">
            <a:extLst>
              <a:ext uri="{FF2B5EF4-FFF2-40B4-BE49-F238E27FC236}">
                <a16:creationId xmlns:a16="http://schemas.microsoft.com/office/drawing/2014/main" id="{3076E3D4-273B-3689-7370-6EF9513B54EE}"/>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14</a:t>
            </a:fld>
            <a:endParaRPr/>
          </a:p>
        </p:txBody>
      </p:sp>
      <p:sp>
        <p:nvSpPr>
          <p:cNvPr id="2" name="Google Shape;344;p42">
            <a:extLst>
              <a:ext uri="{FF2B5EF4-FFF2-40B4-BE49-F238E27FC236}">
                <a16:creationId xmlns:a16="http://schemas.microsoft.com/office/drawing/2014/main" id="{020FDDC6-9E39-42C1-23E7-126D65E7DE01}"/>
              </a:ext>
            </a:extLst>
          </p:cNvPr>
          <p:cNvSpPr txBox="1">
            <a:spLocks/>
          </p:cNvSpPr>
          <p:nvPr/>
        </p:nvSpPr>
        <p:spPr>
          <a:xfrm>
            <a:off x="389008" y="1253569"/>
            <a:ext cx="4100362" cy="675796"/>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sz="2000" u="sng" dirty="0"/>
              <a:t>Req. 8 </a:t>
            </a:r>
            <a:r>
              <a:rPr lang="fr-FR" sz="2000" dirty="0"/>
              <a:t>: Classement des régions par prix au m² des grands appartements (&gt;4 pièces)</a:t>
            </a:r>
            <a:endParaRPr lang="fr-FR" sz="2000" b="1" dirty="0"/>
          </a:p>
        </p:txBody>
      </p:sp>
      <p:pic>
        <p:nvPicPr>
          <p:cNvPr id="11" name="Image 10">
            <a:extLst>
              <a:ext uri="{FF2B5EF4-FFF2-40B4-BE49-F238E27FC236}">
                <a16:creationId xmlns:a16="http://schemas.microsoft.com/office/drawing/2014/main" id="{7441B2A6-F3A1-F32E-5822-8366F90E3F35}"/>
              </a:ext>
            </a:extLst>
          </p:cNvPr>
          <p:cNvPicPr>
            <a:picLocks noChangeAspect="1"/>
          </p:cNvPicPr>
          <p:nvPr/>
        </p:nvPicPr>
        <p:blipFill>
          <a:blip r:embed="rId3"/>
          <a:stretch>
            <a:fillRect/>
          </a:stretch>
        </p:blipFill>
        <p:spPr>
          <a:xfrm>
            <a:off x="420066" y="2880140"/>
            <a:ext cx="3858163" cy="1009791"/>
          </a:xfrm>
          <a:prstGeom prst="rect">
            <a:avLst/>
          </a:prstGeom>
        </p:spPr>
      </p:pic>
      <p:pic>
        <p:nvPicPr>
          <p:cNvPr id="12" name="Image 11">
            <a:extLst>
              <a:ext uri="{FF2B5EF4-FFF2-40B4-BE49-F238E27FC236}">
                <a16:creationId xmlns:a16="http://schemas.microsoft.com/office/drawing/2014/main" id="{554F50C9-EE26-4F27-F5BD-4815745D12FA}"/>
              </a:ext>
            </a:extLst>
          </p:cNvPr>
          <p:cNvPicPr>
            <a:picLocks noChangeAspect="1"/>
          </p:cNvPicPr>
          <p:nvPr/>
        </p:nvPicPr>
        <p:blipFill>
          <a:blip r:embed="rId4"/>
          <a:stretch>
            <a:fillRect/>
          </a:stretch>
        </p:blipFill>
        <p:spPr>
          <a:xfrm rot="9506528">
            <a:off x="4373498" y="3225765"/>
            <a:ext cx="742954" cy="245098"/>
          </a:xfrm>
          <a:prstGeom prst="rect">
            <a:avLst/>
          </a:prstGeom>
        </p:spPr>
      </p:pic>
      <p:pic>
        <p:nvPicPr>
          <p:cNvPr id="5" name="Image 4">
            <a:extLst>
              <a:ext uri="{FF2B5EF4-FFF2-40B4-BE49-F238E27FC236}">
                <a16:creationId xmlns:a16="http://schemas.microsoft.com/office/drawing/2014/main" id="{C536E398-F87A-B447-571B-9DB5FEAB52EA}"/>
              </a:ext>
            </a:extLst>
          </p:cNvPr>
          <p:cNvPicPr>
            <a:picLocks noChangeAspect="1"/>
          </p:cNvPicPr>
          <p:nvPr/>
        </p:nvPicPr>
        <p:blipFill>
          <a:blip r:embed="rId5"/>
          <a:stretch>
            <a:fillRect/>
          </a:stretch>
        </p:blipFill>
        <p:spPr>
          <a:xfrm>
            <a:off x="5346636" y="709740"/>
            <a:ext cx="2820814" cy="3960893"/>
          </a:xfrm>
          <a:prstGeom prst="rect">
            <a:avLst/>
          </a:prstGeom>
        </p:spPr>
      </p:pic>
    </p:spTree>
    <p:extLst>
      <p:ext uri="{BB962C8B-B14F-4D97-AF65-F5344CB8AC3E}">
        <p14:creationId xmlns:p14="http://schemas.microsoft.com/office/powerpoint/2010/main" val="1251648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FB909A94-B992-E3A9-98B2-8B102E6050AB}"/>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70CC09A3-650B-ED2C-0678-4528B6332D44}"/>
              </a:ext>
            </a:extLst>
          </p:cNvPr>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SUIVI ET TENDANCES - UNE VUE DYNAMIQUE DES VENTES</a:t>
            </a:r>
          </a:p>
        </p:txBody>
      </p:sp>
      <p:sp>
        <p:nvSpPr>
          <p:cNvPr id="342" name="Google Shape;342;p42">
            <a:extLst>
              <a:ext uri="{FF2B5EF4-FFF2-40B4-BE49-F238E27FC236}">
                <a16:creationId xmlns:a16="http://schemas.microsoft.com/office/drawing/2014/main" id="{86D173B8-4AF4-312E-2DB9-E9FC7134CF86}"/>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4485A94D-077E-3F66-1DF9-070E1CC8F141}"/>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15</a:t>
            </a:fld>
            <a:endParaRPr/>
          </a:p>
        </p:txBody>
      </p:sp>
      <p:sp>
        <p:nvSpPr>
          <p:cNvPr id="15" name="Google Shape;344;p42">
            <a:extLst>
              <a:ext uri="{FF2B5EF4-FFF2-40B4-BE49-F238E27FC236}">
                <a16:creationId xmlns:a16="http://schemas.microsoft.com/office/drawing/2014/main" id="{1E861ACE-F4B7-5C65-73C9-0131457F4C13}"/>
              </a:ext>
            </a:extLst>
          </p:cNvPr>
          <p:cNvSpPr txBox="1">
            <a:spLocks/>
          </p:cNvSpPr>
          <p:nvPr/>
        </p:nvSpPr>
        <p:spPr>
          <a:xfrm>
            <a:off x="1880566" y="1657891"/>
            <a:ext cx="4100361" cy="675796"/>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sz="2000" u="sng" dirty="0"/>
              <a:t>Req. 7 </a:t>
            </a:r>
            <a:r>
              <a:rPr lang="fr-FR" sz="2000" dirty="0"/>
              <a:t>: Évolution des ventes entre le 1er et le 2e trimestre 2020 : </a:t>
            </a:r>
            <a:r>
              <a:rPr lang="fr-FR" sz="2000" b="1" dirty="0"/>
              <a:t>+3,66%</a:t>
            </a:r>
          </a:p>
        </p:txBody>
      </p:sp>
      <p:pic>
        <p:nvPicPr>
          <p:cNvPr id="12" name="Image 11">
            <a:extLst>
              <a:ext uri="{FF2B5EF4-FFF2-40B4-BE49-F238E27FC236}">
                <a16:creationId xmlns:a16="http://schemas.microsoft.com/office/drawing/2014/main" id="{53C867EB-8EB8-DBFA-578A-71DB68690067}"/>
              </a:ext>
            </a:extLst>
          </p:cNvPr>
          <p:cNvPicPr>
            <a:picLocks noChangeAspect="1"/>
          </p:cNvPicPr>
          <p:nvPr/>
        </p:nvPicPr>
        <p:blipFill>
          <a:blip r:embed="rId3"/>
          <a:stretch>
            <a:fillRect/>
          </a:stretch>
        </p:blipFill>
        <p:spPr>
          <a:xfrm>
            <a:off x="253897" y="3035269"/>
            <a:ext cx="5153744" cy="1238423"/>
          </a:xfrm>
          <a:prstGeom prst="rect">
            <a:avLst/>
          </a:prstGeom>
        </p:spPr>
      </p:pic>
      <p:pic>
        <p:nvPicPr>
          <p:cNvPr id="19" name="Image 18">
            <a:extLst>
              <a:ext uri="{FF2B5EF4-FFF2-40B4-BE49-F238E27FC236}">
                <a16:creationId xmlns:a16="http://schemas.microsoft.com/office/drawing/2014/main" id="{A684878F-3957-765C-D072-70CE98CD9645}"/>
              </a:ext>
            </a:extLst>
          </p:cNvPr>
          <p:cNvPicPr>
            <a:picLocks noChangeAspect="1"/>
          </p:cNvPicPr>
          <p:nvPr/>
        </p:nvPicPr>
        <p:blipFill>
          <a:blip r:embed="rId4"/>
          <a:stretch>
            <a:fillRect/>
          </a:stretch>
        </p:blipFill>
        <p:spPr>
          <a:xfrm rot="5400000">
            <a:off x="5219494" y="2763725"/>
            <a:ext cx="645340" cy="174647"/>
          </a:xfrm>
          <a:prstGeom prst="rect">
            <a:avLst/>
          </a:prstGeom>
        </p:spPr>
      </p:pic>
    </p:spTree>
    <p:extLst>
      <p:ext uri="{BB962C8B-B14F-4D97-AF65-F5344CB8AC3E}">
        <p14:creationId xmlns:p14="http://schemas.microsoft.com/office/powerpoint/2010/main" val="2838435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597F3847-36D9-3AFA-6746-5AF6F20FE65E}"/>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4CBAF694-851C-981E-5531-F97CDE8379B3}"/>
              </a:ext>
            </a:extLst>
          </p:cNvPr>
          <p:cNvSpPr txBox="1">
            <a:spLocks noGrp="1"/>
          </p:cNvSpPr>
          <p:nvPr>
            <p:ph type="title"/>
          </p:nvPr>
        </p:nvSpPr>
        <p:spPr>
          <a:xfrm>
            <a:off x="389008" y="156771"/>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SUIVI ET TENDANCES - UNE VUE DYNAMIQUE DES VENTES</a:t>
            </a:r>
          </a:p>
        </p:txBody>
      </p:sp>
      <p:sp>
        <p:nvSpPr>
          <p:cNvPr id="343" name="Google Shape;343;p42">
            <a:extLst>
              <a:ext uri="{FF2B5EF4-FFF2-40B4-BE49-F238E27FC236}">
                <a16:creationId xmlns:a16="http://schemas.microsoft.com/office/drawing/2014/main" id="{A47C407C-0432-8F31-96F2-1D3519F3F957}"/>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16</a:t>
            </a:fld>
            <a:endParaRPr/>
          </a:p>
        </p:txBody>
      </p:sp>
      <p:sp>
        <p:nvSpPr>
          <p:cNvPr id="2" name="Google Shape;344;p42">
            <a:extLst>
              <a:ext uri="{FF2B5EF4-FFF2-40B4-BE49-F238E27FC236}">
                <a16:creationId xmlns:a16="http://schemas.microsoft.com/office/drawing/2014/main" id="{38B7AEEB-AB08-82DE-8137-1F411B754406}"/>
              </a:ext>
            </a:extLst>
          </p:cNvPr>
          <p:cNvSpPr txBox="1">
            <a:spLocks/>
          </p:cNvSpPr>
          <p:nvPr/>
        </p:nvSpPr>
        <p:spPr>
          <a:xfrm>
            <a:off x="389008" y="1436490"/>
            <a:ext cx="4100362" cy="675796"/>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sz="2000" u="sng" dirty="0"/>
              <a:t>Req. 9 </a:t>
            </a:r>
            <a:r>
              <a:rPr lang="fr-FR" sz="2000" dirty="0"/>
              <a:t>: Les communes ayant eu au moins 50 ventes au 1er trimestre :</a:t>
            </a:r>
          </a:p>
        </p:txBody>
      </p:sp>
      <p:pic>
        <p:nvPicPr>
          <p:cNvPr id="20" name="Image 19">
            <a:extLst>
              <a:ext uri="{FF2B5EF4-FFF2-40B4-BE49-F238E27FC236}">
                <a16:creationId xmlns:a16="http://schemas.microsoft.com/office/drawing/2014/main" id="{305C5560-2AE5-7E03-2141-71624C9E5F63}"/>
              </a:ext>
            </a:extLst>
          </p:cNvPr>
          <p:cNvPicPr>
            <a:picLocks noChangeAspect="1"/>
          </p:cNvPicPr>
          <p:nvPr/>
        </p:nvPicPr>
        <p:blipFill>
          <a:blip r:embed="rId3"/>
          <a:stretch>
            <a:fillRect/>
          </a:stretch>
        </p:blipFill>
        <p:spPr>
          <a:xfrm rot="11016410">
            <a:off x="3943204" y="4141447"/>
            <a:ext cx="1257591" cy="414875"/>
          </a:xfrm>
          <a:prstGeom prst="rect">
            <a:avLst/>
          </a:prstGeom>
        </p:spPr>
      </p:pic>
      <p:pic>
        <p:nvPicPr>
          <p:cNvPr id="4" name="Image 3">
            <a:extLst>
              <a:ext uri="{FF2B5EF4-FFF2-40B4-BE49-F238E27FC236}">
                <a16:creationId xmlns:a16="http://schemas.microsoft.com/office/drawing/2014/main" id="{990279B3-BA5F-4BA1-A13A-D1E52D689B61}"/>
              </a:ext>
            </a:extLst>
          </p:cNvPr>
          <p:cNvPicPr>
            <a:picLocks noChangeAspect="1"/>
          </p:cNvPicPr>
          <p:nvPr/>
        </p:nvPicPr>
        <p:blipFill>
          <a:blip r:embed="rId4"/>
          <a:stretch>
            <a:fillRect/>
          </a:stretch>
        </p:blipFill>
        <p:spPr>
          <a:xfrm>
            <a:off x="4572000" y="616201"/>
            <a:ext cx="2261938" cy="2992170"/>
          </a:xfrm>
          <a:prstGeom prst="rect">
            <a:avLst/>
          </a:prstGeom>
        </p:spPr>
      </p:pic>
      <p:pic>
        <p:nvPicPr>
          <p:cNvPr id="7" name="Image 6">
            <a:extLst>
              <a:ext uri="{FF2B5EF4-FFF2-40B4-BE49-F238E27FC236}">
                <a16:creationId xmlns:a16="http://schemas.microsoft.com/office/drawing/2014/main" id="{F11019F0-9B7C-2A3A-B0C6-4613E9F451BB}"/>
              </a:ext>
            </a:extLst>
          </p:cNvPr>
          <p:cNvPicPr>
            <a:picLocks noChangeAspect="1"/>
          </p:cNvPicPr>
          <p:nvPr/>
        </p:nvPicPr>
        <p:blipFill>
          <a:blip r:embed="rId5"/>
          <a:stretch>
            <a:fillRect/>
          </a:stretch>
        </p:blipFill>
        <p:spPr>
          <a:xfrm>
            <a:off x="253897" y="3002952"/>
            <a:ext cx="3534268" cy="1743318"/>
          </a:xfrm>
          <a:prstGeom prst="rect">
            <a:avLst/>
          </a:prstGeom>
        </p:spPr>
      </p:pic>
      <p:pic>
        <p:nvPicPr>
          <p:cNvPr id="9" name="Image 8">
            <a:extLst>
              <a:ext uri="{FF2B5EF4-FFF2-40B4-BE49-F238E27FC236}">
                <a16:creationId xmlns:a16="http://schemas.microsoft.com/office/drawing/2014/main" id="{3535A546-7FBE-CC3D-99C5-46CEC3A5BFE7}"/>
              </a:ext>
            </a:extLst>
          </p:cNvPr>
          <p:cNvPicPr>
            <a:picLocks noChangeAspect="1"/>
          </p:cNvPicPr>
          <p:nvPr/>
        </p:nvPicPr>
        <p:blipFill>
          <a:blip r:embed="rId6"/>
          <a:stretch>
            <a:fillRect/>
          </a:stretch>
        </p:blipFill>
        <p:spPr>
          <a:xfrm>
            <a:off x="6947015" y="2632031"/>
            <a:ext cx="2126588" cy="2135232"/>
          </a:xfrm>
          <a:prstGeom prst="rect">
            <a:avLst/>
          </a:prstGeom>
        </p:spPr>
      </p:pic>
    </p:spTree>
    <p:extLst>
      <p:ext uri="{BB962C8B-B14F-4D97-AF65-F5344CB8AC3E}">
        <p14:creationId xmlns:p14="http://schemas.microsoft.com/office/powerpoint/2010/main" val="239090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AE7504C0-7B1E-A85E-18A3-C5E5D488F97C}"/>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633316A6-2460-9AC8-B622-AF80F847111E}"/>
              </a:ext>
            </a:extLst>
          </p:cNvPr>
          <p:cNvSpPr txBox="1">
            <a:spLocks noGrp="1"/>
          </p:cNvSpPr>
          <p:nvPr>
            <p:ph type="title"/>
          </p:nvPr>
        </p:nvSpPr>
        <p:spPr>
          <a:xfrm>
            <a:off x="157645" y="310699"/>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TOP DES OPPORTUNITÉS- IDENTIFIER LES COMMUNES À FORT POTENTIEL</a:t>
            </a:r>
          </a:p>
        </p:txBody>
      </p:sp>
      <p:sp>
        <p:nvSpPr>
          <p:cNvPr id="343" name="Google Shape;343;p42">
            <a:extLst>
              <a:ext uri="{FF2B5EF4-FFF2-40B4-BE49-F238E27FC236}">
                <a16:creationId xmlns:a16="http://schemas.microsoft.com/office/drawing/2014/main" id="{FBE4C0A0-8D90-CE59-099B-5375EB4091EE}"/>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17</a:t>
            </a:fld>
            <a:endParaRPr/>
          </a:p>
        </p:txBody>
      </p:sp>
      <p:sp>
        <p:nvSpPr>
          <p:cNvPr id="2" name="Google Shape;344;p42">
            <a:extLst>
              <a:ext uri="{FF2B5EF4-FFF2-40B4-BE49-F238E27FC236}">
                <a16:creationId xmlns:a16="http://schemas.microsoft.com/office/drawing/2014/main" id="{DA026895-8D03-6D01-8448-88B3C4E4F2CE}"/>
              </a:ext>
            </a:extLst>
          </p:cNvPr>
          <p:cNvSpPr txBox="1">
            <a:spLocks/>
          </p:cNvSpPr>
          <p:nvPr/>
        </p:nvSpPr>
        <p:spPr>
          <a:xfrm>
            <a:off x="330899" y="1359414"/>
            <a:ext cx="4100362" cy="675796"/>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sz="1600" u="sng" dirty="0"/>
              <a:t>Req. 11 </a:t>
            </a:r>
            <a:r>
              <a:rPr lang="fr-FR" sz="1600" dirty="0"/>
              <a:t>: Top 3 des communes les plus chères dans les départements 06, 13, 33, 59, 69:</a:t>
            </a:r>
          </a:p>
        </p:txBody>
      </p:sp>
      <p:pic>
        <p:nvPicPr>
          <p:cNvPr id="5" name="Image 4">
            <a:extLst>
              <a:ext uri="{FF2B5EF4-FFF2-40B4-BE49-F238E27FC236}">
                <a16:creationId xmlns:a16="http://schemas.microsoft.com/office/drawing/2014/main" id="{7034E829-8395-301F-95F5-28B1F508C432}"/>
              </a:ext>
            </a:extLst>
          </p:cNvPr>
          <p:cNvPicPr>
            <a:picLocks noChangeAspect="1"/>
          </p:cNvPicPr>
          <p:nvPr/>
        </p:nvPicPr>
        <p:blipFill>
          <a:blip r:embed="rId3"/>
          <a:stretch>
            <a:fillRect/>
          </a:stretch>
        </p:blipFill>
        <p:spPr>
          <a:xfrm>
            <a:off x="4963473" y="1272786"/>
            <a:ext cx="3674340" cy="3323474"/>
          </a:xfrm>
          <a:prstGeom prst="rect">
            <a:avLst/>
          </a:prstGeom>
        </p:spPr>
      </p:pic>
      <p:pic>
        <p:nvPicPr>
          <p:cNvPr id="7" name="Image 6">
            <a:extLst>
              <a:ext uri="{FF2B5EF4-FFF2-40B4-BE49-F238E27FC236}">
                <a16:creationId xmlns:a16="http://schemas.microsoft.com/office/drawing/2014/main" id="{ACC7CDAF-AE74-CCB1-9763-A18A038AFDA3}"/>
              </a:ext>
            </a:extLst>
          </p:cNvPr>
          <p:cNvPicPr>
            <a:picLocks noChangeAspect="1"/>
          </p:cNvPicPr>
          <p:nvPr/>
        </p:nvPicPr>
        <p:blipFill>
          <a:blip r:embed="rId4"/>
          <a:stretch>
            <a:fillRect/>
          </a:stretch>
        </p:blipFill>
        <p:spPr>
          <a:xfrm>
            <a:off x="90268" y="2571750"/>
            <a:ext cx="4662978" cy="2038977"/>
          </a:xfrm>
          <a:prstGeom prst="rect">
            <a:avLst/>
          </a:prstGeom>
        </p:spPr>
      </p:pic>
      <p:pic>
        <p:nvPicPr>
          <p:cNvPr id="9" name="Image 8">
            <a:extLst>
              <a:ext uri="{FF2B5EF4-FFF2-40B4-BE49-F238E27FC236}">
                <a16:creationId xmlns:a16="http://schemas.microsoft.com/office/drawing/2014/main" id="{59EFC7B9-0D25-B0DD-EB96-C664F8C8A962}"/>
              </a:ext>
            </a:extLst>
          </p:cNvPr>
          <p:cNvPicPr>
            <a:picLocks noChangeAspect="1"/>
          </p:cNvPicPr>
          <p:nvPr/>
        </p:nvPicPr>
        <p:blipFill>
          <a:blip r:embed="rId5"/>
          <a:stretch>
            <a:fillRect/>
          </a:stretch>
        </p:blipFill>
        <p:spPr>
          <a:xfrm rot="11016410">
            <a:off x="3977170" y="4539192"/>
            <a:ext cx="908183" cy="299606"/>
          </a:xfrm>
          <a:prstGeom prst="rect">
            <a:avLst/>
          </a:prstGeom>
        </p:spPr>
      </p:pic>
    </p:spTree>
    <p:extLst>
      <p:ext uri="{BB962C8B-B14F-4D97-AF65-F5344CB8AC3E}">
        <p14:creationId xmlns:p14="http://schemas.microsoft.com/office/powerpoint/2010/main" val="2826971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63DF5E97-360B-7A20-1B06-0AEF7946980A}"/>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340A8326-CBDA-35E0-16B5-55C27DD9FF22}"/>
              </a:ext>
            </a:extLst>
          </p:cNvPr>
          <p:cNvSpPr txBox="1">
            <a:spLocks noGrp="1"/>
          </p:cNvSpPr>
          <p:nvPr>
            <p:ph type="title"/>
          </p:nvPr>
        </p:nvSpPr>
        <p:spPr>
          <a:xfrm>
            <a:off x="253897" y="147489"/>
            <a:ext cx="6249917" cy="860977"/>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300"/>
              <a:buFont typeface="Calibri"/>
              <a:buNone/>
            </a:pPr>
            <a:r>
              <a:rPr lang="fr-FR" sz="2800" b="0" dirty="0"/>
              <a:t>TOP DES MEILLEURES OPPORTUNITÉS- IDENTIFIER LES MEILLEURES COMMUNES</a:t>
            </a:r>
          </a:p>
        </p:txBody>
      </p:sp>
      <p:sp>
        <p:nvSpPr>
          <p:cNvPr id="342" name="Google Shape;342;p42">
            <a:extLst>
              <a:ext uri="{FF2B5EF4-FFF2-40B4-BE49-F238E27FC236}">
                <a16:creationId xmlns:a16="http://schemas.microsoft.com/office/drawing/2014/main" id="{2DFA5A47-D78F-17B3-A980-2525E73A37FA}"/>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1B424BCA-F3A6-F20F-D616-3520FBEA7DF1}"/>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18</a:t>
            </a:fld>
            <a:endParaRPr/>
          </a:p>
        </p:txBody>
      </p:sp>
      <p:sp>
        <p:nvSpPr>
          <p:cNvPr id="15" name="Google Shape;344;p42">
            <a:extLst>
              <a:ext uri="{FF2B5EF4-FFF2-40B4-BE49-F238E27FC236}">
                <a16:creationId xmlns:a16="http://schemas.microsoft.com/office/drawing/2014/main" id="{DDAE6864-4146-DFC6-159B-C37C9F94375E}"/>
              </a:ext>
            </a:extLst>
          </p:cNvPr>
          <p:cNvSpPr txBox="1">
            <a:spLocks/>
          </p:cNvSpPr>
          <p:nvPr/>
        </p:nvSpPr>
        <p:spPr>
          <a:xfrm>
            <a:off x="540835" y="1529608"/>
            <a:ext cx="3673210" cy="675796"/>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0" indent="0">
              <a:spcBef>
                <a:spcPts val="0"/>
              </a:spcBef>
            </a:pPr>
            <a:r>
              <a:rPr lang="fr-FR" sz="1600" u="sng" dirty="0"/>
              <a:t>Req. 12 </a:t>
            </a:r>
            <a:r>
              <a:rPr lang="fr-FR" sz="1600" dirty="0"/>
              <a:t>: Les 20 communes avec le plus de transactions pour 1 000 habitants :</a:t>
            </a:r>
            <a:endParaRPr lang="fr-FR" sz="1600" b="1" dirty="0"/>
          </a:p>
        </p:txBody>
      </p:sp>
      <p:pic>
        <p:nvPicPr>
          <p:cNvPr id="8" name="Image 7">
            <a:extLst>
              <a:ext uri="{FF2B5EF4-FFF2-40B4-BE49-F238E27FC236}">
                <a16:creationId xmlns:a16="http://schemas.microsoft.com/office/drawing/2014/main" id="{A869636B-1134-C2FE-A9E2-97E50B5B6DA4}"/>
              </a:ext>
            </a:extLst>
          </p:cNvPr>
          <p:cNvPicPr>
            <a:picLocks noChangeAspect="1"/>
          </p:cNvPicPr>
          <p:nvPr/>
        </p:nvPicPr>
        <p:blipFill>
          <a:blip r:embed="rId3"/>
          <a:stretch>
            <a:fillRect/>
          </a:stretch>
        </p:blipFill>
        <p:spPr>
          <a:xfrm>
            <a:off x="5274128" y="961050"/>
            <a:ext cx="3086100" cy="4034961"/>
          </a:xfrm>
          <a:prstGeom prst="rect">
            <a:avLst/>
          </a:prstGeom>
        </p:spPr>
      </p:pic>
      <p:pic>
        <p:nvPicPr>
          <p:cNvPr id="4" name="Image 3">
            <a:extLst>
              <a:ext uri="{FF2B5EF4-FFF2-40B4-BE49-F238E27FC236}">
                <a16:creationId xmlns:a16="http://schemas.microsoft.com/office/drawing/2014/main" id="{428E2102-F635-3677-1CB5-9C03EBC457ED}"/>
              </a:ext>
            </a:extLst>
          </p:cNvPr>
          <p:cNvPicPr>
            <a:picLocks noChangeAspect="1"/>
          </p:cNvPicPr>
          <p:nvPr/>
        </p:nvPicPr>
        <p:blipFill>
          <a:blip r:embed="rId4"/>
          <a:stretch>
            <a:fillRect/>
          </a:stretch>
        </p:blipFill>
        <p:spPr>
          <a:xfrm>
            <a:off x="348332" y="2924280"/>
            <a:ext cx="4058216" cy="1124107"/>
          </a:xfrm>
          <a:prstGeom prst="rect">
            <a:avLst/>
          </a:prstGeom>
        </p:spPr>
      </p:pic>
      <p:pic>
        <p:nvPicPr>
          <p:cNvPr id="6" name="Image 5">
            <a:extLst>
              <a:ext uri="{FF2B5EF4-FFF2-40B4-BE49-F238E27FC236}">
                <a16:creationId xmlns:a16="http://schemas.microsoft.com/office/drawing/2014/main" id="{09BE071B-4815-273C-A90A-5DE716A88925}"/>
              </a:ext>
            </a:extLst>
          </p:cNvPr>
          <p:cNvPicPr>
            <a:picLocks noChangeAspect="1"/>
          </p:cNvPicPr>
          <p:nvPr/>
        </p:nvPicPr>
        <p:blipFill>
          <a:blip r:embed="rId5"/>
          <a:stretch>
            <a:fillRect/>
          </a:stretch>
        </p:blipFill>
        <p:spPr>
          <a:xfrm rot="11016410">
            <a:off x="3570942" y="3953805"/>
            <a:ext cx="1257591" cy="414875"/>
          </a:xfrm>
          <a:prstGeom prst="rect">
            <a:avLst/>
          </a:prstGeom>
        </p:spPr>
      </p:pic>
    </p:spTree>
    <p:extLst>
      <p:ext uri="{BB962C8B-B14F-4D97-AF65-F5344CB8AC3E}">
        <p14:creationId xmlns:p14="http://schemas.microsoft.com/office/powerpoint/2010/main" val="189296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0">
          <a:extLst>
            <a:ext uri="{FF2B5EF4-FFF2-40B4-BE49-F238E27FC236}">
              <a16:creationId xmlns:a16="http://schemas.microsoft.com/office/drawing/2014/main" id="{1CAF9E16-669D-A8DA-661F-F6099C0DB52D}"/>
            </a:ext>
          </a:extLst>
        </p:cNvPr>
        <p:cNvGrpSpPr/>
        <p:nvPr/>
      </p:nvGrpSpPr>
      <p:grpSpPr>
        <a:xfrm>
          <a:off x="0" y="0"/>
          <a:ext cx="0" cy="0"/>
          <a:chOff x="0" y="0"/>
          <a:chExt cx="0" cy="0"/>
        </a:xfrm>
      </p:grpSpPr>
      <p:sp>
        <p:nvSpPr>
          <p:cNvPr id="341" name="Google Shape;341;p42">
            <a:extLst>
              <a:ext uri="{FF2B5EF4-FFF2-40B4-BE49-F238E27FC236}">
                <a16:creationId xmlns:a16="http://schemas.microsoft.com/office/drawing/2014/main" id="{7ADB39B9-44B7-25AC-8497-04D687E710E6}"/>
              </a:ext>
            </a:extLst>
          </p:cNvPr>
          <p:cNvSpPr txBox="1">
            <a:spLocks noGrp="1"/>
          </p:cNvSpPr>
          <p:nvPr>
            <p:ph type="title"/>
          </p:nvPr>
        </p:nvSpPr>
        <p:spPr>
          <a:xfrm>
            <a:off x="215038" y="604263"/>
            <a:ext cx="6249917" cy="860977"/>
          </a:xfrm>
          <a:prstGeom prst="rect">
            <a:avLst/>
          </a:prstGeom>
          <a:noFill/>
          <a:ln>
            <a:noFill/>
          </a:ln>
        </p:spPr>
        <p:txBody>
          <a:bodyPr spcFirstLastPara="1" wrap="square" lIns="68575" tIns="34275" rIns="68575" bIns="0" anchor="b" anchorCtr="0">
            <a:normAutofit fontScale="90000"/>
          </a:bodyPr>
          <a:lstStyle/>
          <a:p>
            <a:pPr marL="0" lvl="0" indent="0" algn="l" rtl="0">
              <a:lnSpc>
                <a:spcPct val="90000"/>
              </a:lnSpc>
              <a:spcBef>
                <a:spcPts val="0"/>
              </a:spcBef>
              <a:spcAft>
                <a:spcPts val="0"/>
              </a:spcAft>
              <a:buClr>
                <a:schemeClr val="accent1"/>
              </a:buClr>
              <a:buSzPts val="3300"/>
              <a:buFont typeface="Calibri"/>
              <a:buNone/>
            </a:pPr>
            <a:r>
              <a:rPr lang="fr-FR" sz="2400" b="0" dirty="0"/>
              <a:t>CONCLUSION ET RECOMMANDATIONS - UNE STRATÉGIE DE MARCHÉ OPTIMISÉE POUR LAPLACE IMMO</a:t>
            </a:r>
          </a:p>
        </p:txBody>
      </p:sp>
      <p:sp>
        <p:nvSpPr>
          <p:cNvPr id="342" name="Google Shape;342;p42">
            <a:extLst>
              <a:ext uri="{FF2B5EF4-FFF2-40B4-BE49-F238E27FC236}">
                <a16:creationId xmlns:a16="http://schemas.microsoft.com/office/drawing/2014/main" id="{9E4D53EF-F742-0046-11DA-A847B82B1389}"/>
              </a:ext>
            </a:extLst>
          </p:cNvPr>
          <p:cNvSpPr txBox="1">
            <a:spLocks noGrp="1"/>
          </p:cNvSpPr>
          <p:nvPr>
            <p:ph type="ftr" idx="11"/>
          </p:nvPr>
        </p:nvSpPr>
        <p:spPr>
          <a:xfrm>
            <a:off x="253897" y="4767263"/>
            <a:ext cx="3086100" cy="273844"/>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fr"/>
              <a:t>Ajouter un pied de page</a:t>
            </a:r>
            <a:endParaRPr/>
          </a:p>
        </p:txBody>
      </p:sp>
      <p:sp>
        <p:nvSpPr>
          <p:cNvPr id="343" name="Google Shape;343;p42">
            <a:extLst>
              <a:ext uri="{FF2B5EF4-FFF2-40B4-BE49-F238E27FC236}">
                <a16:creationId xmlns:a16="http://schemas.microsoft.com/office/drawing/2014/main" id="{D57C910C-4A6A-5B3F-960D-CB0C2AD0856C}"/>
              </a:ext>
            </a:extLst>
          </p:cNvPr>
          <p:cNvSpPr txBox="1">
            <a:spLocks noGrp="1"/>
          </p:cNvSpPr>
          <p:nvPr>
            <p:ph type="sldNum" idx="12"/>
          </p:nvPr>
        </p:nvSpPr>
        <p:spPr>
          <a:xfrm>
            <a:off x="8360228" y="4767263"/>
            <a:ext cx="55517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fr"/>
              <a:t>19</a:t>
            </a:fld>
            <a:endParaRPr/>
          </a:p>
        </p:txBody>
      </p:sp>
      <p:sp>
        <p:nvSpPr>
          <p:cNvPr id="2" name="Google Shape;344;p42">
            <a:extLst>
              <a:ext uri="{FF2B5EF4-FFF2-40B4-BE49-F238E27FC236}">
                <a16:creationId xmlns:a16="http://schemas.microsoft.com/office/drawing/2014/main" id="{98D40A06-8B56-913A-B240-9E63017C1047}"/>
              </a:ext>
            </a:extLst>
          </p:cNvPr>
          <p:cNvSpPr txBox="1">
            <a:spLocks/>
          </p:cNvSpPr>
          <p:nvPr/>
        </p:nvSpPr>
        <p:spPr>
          <a:xfrm>
            <a:off x="446402" y="1618564"/>
            <a:ext cx="6888048" cy="4349097"/>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800"/>
              </a:spcBef>
              <a:spcAft>
                <a:spcPts val="0"/>
              </a:spcAft>
              <a:buClr>
                <a:srgbClr val="2E7A40"/>
              </a:buClr>
              <a:buSzPts val="1500"/>
              <a:buFont typeface="Arial"/>
              <a:buNone/>
              <a:defRPr sz="1500" b="0" i="0" u="none" strike="noStrike" cap="none">
                <a:solidFill>
                  <a:schemeClr val="accent6"/>
                </a:solidFill>
                <a:latin typeface="Calibri"/>
                <a:ea typeface="Calibri"/>
                <a:cs typeface="Calibri"/>
                <a:sym typeface="Calibri"/>
              </a:defRPr>
            </a:lvl1pPr>
            <a:lvl2pPr marL="914400" marR="0" lvl="1" indent="-228600" algn="l" rtl="0">
              <a:lnSpc>
                <a:spcPct val="90000"/>
              </a:lnSpc>
              <a:spcBef>
                <a:spcPts val="400"/>
              </a:spcBef>
              <a:spcAft>
                <a:spcPts val="0"/>
              </a:spcAft>
              <a:buClr>
                <a:srgbClr val="2E7A40"/>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400"/>
              </a:spcBef>
              <a:spcAft>
                <a:spcPts val="0"/>
              </a:spcAft>
              <a:buClr>
                <a:srgbClr val="2E7A40"/>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lnSpc>
                <a:spcPct val="90000"/>
              </a:lnSpc>
              <a:spcBef>
                <a:spcPts val="400"/>
              </a:spcBef>
              <a:spcAft>
                <a:spcPts val="0"/>
              </a:spcAft>
              <a:buClr>
                <a:srgbClr val="2E7A40"/>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pPr marL="228600" indent="0"/>
            <a:r>
              <a:rPr lang="fr-FR" dirty="0"/>
              <a:t>📌 </a:t>
            </a:r>
            <a:r>
              <a:rPr lang="fr-FR" b="1" dirty="0"/>
              <a:t>Une base de données fiable et sécurisée :</a:t>
            </a:r>
            <a:r>
              <a:rPr lang="fr-FR" dirty="0"/>
              <a:t> Structurée, conforme au RGPD et prête à être exploitée.</a:t>
            </a:r>
          </a:p>
          <a:p>
            <a:pPr marL="228600" indent="0"/>
            <a:r>
              <a:rPr lang="fr-FR" dirty="0"/>
              <a:t>📌 </a:t>
            </a:r>
            <a:r>
              <a:rPr lang="fr-FR" b="1" dirty="0"/>
              <a:t>Des analyses claires pour comprendre le marché :</a:t>
            </a:r>
            <a:endParaRPr lang="fr-FR" dirty="0"/>
          </a:p>
          <a:p>
            <a:pPr marL="457200" lvl="1" indent="0"/>
            <a:r>
              <a:rPr lang="fr-FR" dirty="0"/>
              <a:t>🔹 Les départements et les communes les plus dynamiques.</a:t>
            </a:r>
          </a:p>
          <a:p>
            <a:pPr marL="457200" lvl="1" indent="0"/>
            <a:r>
              <a:rPr lang="fr-FR" dirty="0"/>
              <a:t>🔹 Les prix au mètre carré par type de bien.</a:t>
            </a:r>
          </a:p>
          <a:p>
            <a:pPr marL="457200" lvl="1" indent="0"/>
            <a:r>
              <a:rPr lang="fr-FR" dirty="0"/>
              <a:t>🔹 Les biens les plus rentables.</a:t>
            </a:r>
          </a:p>
          <a:p>
            <a:pPr marL="228600" indent="0"/>
            <a:r>
              <a:rPr lang="fr-FR" dirty="0"/>
              <a:t>📌 </a:t>
            </a:r>
            <a:r>
              <a:rPr lang="fr-FR" b="1" dirty="0"/>
              <a:t>Recommandations pour Laplace </a:t>
            </a:r>
            <a:r>
              <a:rPr lang="fr-FR" b="1" dirty="0" err="1"/>
              <a:t>Immo</a:t>
            </a:r>
            <a:r>
              <a:rPr lang="fr-FR" b="1" dirty="0"/>
              <a:t> :</a:t>
            </a:r>
            <a:endParaRPr lang="fr-FR" dirty="0"/>
          </a:p>
          <a:p>
            <a:pPr marL="457200" lvl="1" indent="0"/>
            <a:r>
              <a:rPr lang="fr-FR" dirty="0"/>
              <a:t>🔹 Renforcer la présence dans les communes dynamiques.</a:t>
            </a:r>
          </a:p>
          <a:p>
            <a:pPr marL="457200" lvl="1" indent="0"/>
            <a:r>
              <a:rPr lang="fr-FR" dirty="0"/>
              <a:t>🔹 Cibler les zones à forte valeur ajoutée.</a:t>
            </a:r>
          </a:p>
          <a:p>
            <a:pPr marL="457200" lvl="1" indent="0"/>
            <a:r>
              <a:rPr lang="fr-FR" dirty="0"/>
              <a:t>🔹 Adapter la stratégie selon les tendances observées.</a:t>
            </a:r>
          </a:p>
        </p:txBody>
      </p:sp>
    </p:spTree>
    <p:extLst>
      <p:ext uri="{BB962C8B-B14F-4D97-AF65-F5344CB8AC3E}">
        <p14:creationId xmlns:p14="http://schemas.microsoft.com/office/powerpoint/2010/main" val="2499989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p43" title="Image de bâtiment"/>
          <p:cNvPicPr preferRelativeResize="0">
            <a:picLocks noGrp="1"/>
          </p:cNvPicPr>
          <p:nvPr>
            <p:ph type="pic" idx="2"/>
          </p:nvPr>
        </p:nvPicPr>
        <p:blipFill rotWithShape="1">
          <a:blip r:embed="rId3">
            <a:alphaModFix/>
          </a:blip>
          <a:srcRect l="20784" r="20784"/>
          <a:stretch/>
        </p:blipFill>
        <p:spPr>
          <a:xfrm>
            <a:off x="1262549" y="645708"/>
            <a:ext cx="3321392" cy="3852817"/>
          </a:xfrm>
          <a:prstGeom prst="rect">
            <a:avLst/>
          </a:prstGeom>
          <a:noFill/>
          <a:ln>
            <a:noFill/>
          </a:ln>
        </p:spPr>
      </p:pic>
      <p:sp>
        <p:nvSpPr>
          <p:cNvPr id="352" name="Google Shape;352;p43" descr="Hexagone de couleur foncée unie au milieu d’accentuation d’image"/>
          <p:cNvSpPr/>
          <p:nvPr/>
        </p:nvSpPr>
        <p:spPr>
          <a:xfrm rot="-5400000">
            <a:off x="2009777" y="1791686"/>
            <a:ext cx="1809749" cy="1560129"/>
          </a:xfrm>
          <a:prstGeom prst="hexagon">
            <a:avLst>
              <a:gd name="adj" fmla="val 25000"/>
              <a:gd name="vf" fmla="val 115470"/>
            </a:avLst>
          </a:prstGeom>
          <a:solidFill>
            <a:schemeClr val="dk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353" name="Google Shape;353;p43"/>
          <p:cNvSpPr txBox="1">
            <a:spLocks noGrp="1"/>
          </p:cNvSpPr>
          <p:nvPr>
            <p:ph type="ctrTitle"/>
          </p:nvPr>
        </p:nvSpPr>
        <p:spPr>
          <a:xfrm>
            <a:off x="4781791" y="1504563"/>
            <a:ext cx="3640180" cy="1212189"/>
          </a:xfrm>
          <a:prstGeom prst="rect">
            <a:avLst/>
          </a:prstGeom>
          <a:noFill/>
          <a:ln>
            <a:noFill/>
          </a:ln>
        </p:spPr>
        <p:txBody>
          <a:bodyPr spcFirstLastPara="1" wrap="square" lIns="68575" tIns="34275" rIns="68575" bIns="0" anchor="b" anchorCtr="0">
            <a:normAutofit/>
          </a:bodyPr>
          <a:lstStyle/>
          <a:p>
            <a:pPr marL="0" lvl="0" indent="0" algn="l" rtl="0">
              <a:lnSpc>
                <a:spcPct val="90000"/>
              </a:lnSpc>
              <a:spcBef>
                <a:spcPts val="0"/>
              </a:spcBef>
              <a:spcAft>
                <a:spcPts val="0"/>
              </a:spcAft>
              <a:buClr>
                <a:schemeClr val="accent1"/>
              </a:buClr>
              <a:buSzPts val="3200"/>
              <a:buFont typeface="Calibri"/>
              <a:buNone/>
            </a:pPr>
            <a:r>
              <a:rPr lang="fr"/>
              <a:t>Merci !</a:t>
            </a:r>
            <a:endParaRPr/>
          </a:p>
        </p:txBody>
      </p:sp>
      <p:pic>
        <p:nvPicPr>
          <p:cNvPr id="354" name="Google Shape;354;p43" descr="https://lh5.googleusercontent.com/TcdnvzxQ7ulQo8GiFwfIKujloK6EfAJv7ikP-EvnfdTVQnROS3WXw6XSx9Cpd73e_l7GCUAnbxroB-qlzG2fvYdCyl-Y5QZ95MpiD-GfDN-4taJyHRqsr3vOZzc3ONTBu52b0HIdUOMeHvdHiA_5tD0"/>
          <p:cNvPicPr preferRelativeResize="0"/>
          <p:nvPr/>
        </p:nvPicPr>
        <p:blipFill rotWithShape="1">
          <a:blip r:embed="rId4">
            <a:alphaModFix/>
          </a:blip>
          <a:srcRect l="11387" t="12667" r="63940" b="13973"/>
          <a:stretch/>
        </p:blipFill>
        <p:spPr>
          <a:xfrm>
            <a:off x="1980103" y="1578297"/>
            <a:ext cx="1801842" cy="1779869"/>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845</TotalTime>
  <Words>2547</Words>
  <Application>Microsoft Office PowerPoint</Application>
  <PresentationFormat>Affichage à l'écran (16:9)</PresentationFormat>
  <Paragraphs>193</Paragraphs>
  <Slides>20</Slides>
  <Notes>20</Notes>
  <HiddenSlides>0</HiddenSlides>
  <MMClips>0</MMClips>
  <ScaleCrop>false</ScaleCrop>
  <HeadingPairs>
    <vt:vector size="6" baseType="variant">
      <vt:variant>
        <vt:lpstr>Polices utilisées</vt:lpstr>
      </vt:variant>
      <vt:variant>
        <vt:i4>3</vt:i4>
      </vt:variant>
      <vt:variant>
        <vt:lpstr>Thème</vt:lpstr>
      </vt:variant>
      <vt:variant>
        <vt:i4>2</vt:i4>
      </vt:variant>
      <vt:variant>
        <vt:lpstr>Titres des diapositives</vt:lpstr>
      </vt:variant>
      <vt:variant>
        <vt:i4>20</vt:i4>
      </vt:variant>
    </vt:vector>
  </HeadingPairs>
  <TitlesOfParts>
    <vt:vector size="25" baseType="lpstr">
      <vt:lpstr>Arial</vt:lpstr>
      <vt:lpstr>Arial Black</vt:lpstr>
      <vt:lpstr>Calibri</vt:lpstr>
      <vt:lpstr>Simple Light</vt:lpstr>
      <vt:lpstr>Thème Office</vt:lpstr>
      <vt:lpstr>Création et utilisation de la base de données</vt:lpstr>
      <vt:lpstr>Contexte du projet</vt:lpstr>
      <vt:lpstr>Les données initiales</vt:lpstr>
      <vt:lpstr>L’extrait du dictionnaire des données</vt:lpstr>
      <vt:lpstr>Le schéma relationnel normalisé</vt:lpstr>
      <vt:lpstr>La base de données avec les tables créées et les données chargées</vt:lpstr>
      <vt:lpstr>La stratégie de sauvegarde et la conformité RGPD</vt:lpstr>
      <vt:lpstr>Requêtes SQL et résultats</vt:lpstr>
      <vt:lpstr>CONTEXTE GLOBAL - LES VENTES  EN VOLUME</vt:lpstr>
      <vt:lpstr>TYPOLOGIE DES BIENS VENDUS – PROPORTION PAR NOMBRE DE PIÈCES</vt:lpstr>
      <vt:lpstr>ANALYSE DES PRIX   CONNAÎTRE LES PRIX AU MÈTRE CARRÉ</vt:lpstr>
      <vt:lpstr>ANALYSE DES PRIX   COMPARAISON ENTRE 2 ET 3 PIÈCES</vt:lpstr>
      <vt:lpstr>IDENTIFICATION DES BIENS  LES PLUS INTÉRESSANTS</vt:lpstr>
      <vt:lpstr>IDENTIFICATION DES BIENS  LES PLUS INTÉRESSANTS</vt:lpstr>
      <vt:lpstr>SUIVI ET TENDANCES - UNE VUE DYNAMIQUE DES VENTES</vt:lpstr>
      <vt:lpstr>SUIVI ET TENDANCES - UNE VUE DYNAMIQUE DES VENTES</vt:lpstr>
      <vt:lpstr>TOP DES OPPORTUNITÉS- IDENTIFIER LES COMMUNES À FORT POTENTIEL</vt:lpstr>
      <vt:lpstr>TOP DES MEILLEURES OPPORTUNITÉS- IDENTIFIER LES MEILLEURES COMMUNES</vt:lpstr>
      <vt:lpstr>CONCLUSION ET RECOMMANDATIONS - UNE STRATÉGIE DE MARCHÉ OPTIMISÉE POUR LAPLACE IMMO</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Olivia Mirzal</cp:lastModifiedBy>
  <cp:revision>1</cp:revision>
  <dcterms:modified xsi:type="dcterms:W3CDTF">2025-05-21T11:49:56Z</dcterms:modified>
</cp:coreProperties>
</file>